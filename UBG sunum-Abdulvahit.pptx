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1"/>
  </p:notesMasterIdLst>
  <p:handoutMasterIdLst>
    <p:handoutMasterId r:id="rId22"/>
  </p:handoutMasterIdLst>
  <p:sldIdLst>
    <p:sldId id="265" r:id="rId5"/>
    <p:sldId id="264" r:id="rId6"/>
    <p:sldId id="286" r:id="rId7"/>
    <p:sldId id="2571" r:id="rId8"/>
    <p:sldId id="2586" r:id="rId9"/>
    <p:sldId id="2585" r:id="rId10"/>
    <p:sldId id="2587" r:id="rId11"/>
    <p:sldId id="2577" r:id="rId12"/>
    <p:sldId id="2576" r:id="rId13"/>
    <p:sldId id="2588" r:id="rId14"/>
    <p:sldId id="2589" r:id="rId15"/>
    <p:sldId id="2590" r:id="rId16"/>
    <p:sldId id="2575" r:id="rId17"/>
    <p:sldId id="2573" r:id="rId18"/>
    <p:sldId id="2572" r:id="rId19"/>
    <p:sldId id="268" r:id="rId20"/>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3C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8B1032C-EA38-4F05-BA0D-38AFFFC7BED3}" styleName="Açık Stil 3 - Vurgu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Stil Yok, Kılavuz Yok">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8D230F3-CF80-4859-8CE7-A43EE81993B5}" styleName="Açık Stil 1 - Vurgu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27102A9-8310-4765-A935-A1911B00CA55}" styleName="Açık Stil 1 - Vurgu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799B23B-EC83-4686-B30A-512413B5E67A}" styleName="Açık Stil 3 - Vurgu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7" d="100"/>
          <a:sy n="87" d="100"/>
        </p:scale>
        <p:origin x="76" y="4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469248-DD1A-493A-9211-23B0DE7BCE69}" type="doc">
      <dgm:prSet loTypeId="urn:microsoft.com/office/officeart/2005/8/layout/process2" loCatId="process" qsTypeId="urn:microsoft.com/office/officeart/2005/8/quickstyle/simple3" qsCatId="simple" csTypeId="urn:microsoft.com/office/officeart/2005/8/colors/accent0_1" csCatId="mainScheme" phldr="1"/>
      <dgm:spPr/>
      <dgm:t>
        <a:bodyPr/>
        <a:lstStyle/>
        <a:p>
          <a:endParaRPr lang="tr-TR"/>
        </a:p>
      </dgm:t>
    </dgm:pt>
    <dgm:pt modelId="{7319B8AA-577C-494A-97E6-A82D716574DF}">
      <dgm:prSet phldrT="[Metin]" custT="1"/>
      <dgm:spPr/>
      <dgm:t>
        <a:bodyPr/>
        <a:lstStyle/>
        <a:p>
          <a:r>
            <a:rPr lang="tr-TR" sz="2800" b="0" i="0" dirty="0">
              <a:latin typeface="Times New Roman" panose="02020603050405020304" pitchFamily="18" charset="0"/>
              <a:cs typeface="Times New Roman" panose="02020603050405020304" pitchFamily="18" charset="0"/>
            </a:rPr>
            <a:t>Giriş–maske eşlemesi</a:t>
          </a:r>
          <a:endParaRPr lang="tr-TR" sz="2800" dirty="0">
            <a:latin typeface="Times New Roman" panose="02020603050405020304" pitchFamily="18" charset="0"/>
            <a:cs typeface="Times New Roman" panose="02020603050405020304" pitchFamily="18" charset="0"/>
          </a:endParaRPr>
        </a:p>
      </dgm:t>
    </dgm:pt>
    <dgm:pt modelId="{7B02A878-12DD-4064-BA3D-9A5279941463}" type="parTrans" cxnId="{5F836EC1-A354-4936-98B7-751AB795F8A6}">
      <dgm:prSet/>
      <dgm:spPr/>
      <dgm:t>
        <a:bodyPr/>
        <a:lstStyle/>
        <a:p>
          <a:endParaRPr lang="tr-TR"/>
        </a:p>
      </dgm:t>
    </dgm:pt>
    <dgm:pt modelId="{A5A8C397-6CDB-4BB8-9DB4-83EB9E3F740E}" type="sibTrans" cxnId="{5F836EC1-A354-4936-98B7-751AB795F8A6}">
      <dgm:prSet/>
      <dgm:spPr/>
      <dgm:t>
        <a:bodyPr/>
        <a:lstStyle/>
        <a:p>
          <a:endParaRPr lang="tr-TR"/>
        </a:p>
      </dgm:t>
    </dgm:pt>
    <dgm:pt modelId="{B9048A68-EDE0-43FB-A924-79D0AEC5DC56}">
      <dgm:prSet phldrT="[Metin]" custT="1"/>
      <dgm:spPr/>
      <dgm:t>
        <a:bodyPr/>
        <a:lstStyle/>
        <a:p>
          <a:r>
            <a:rPr lang="tr-TR" sz="2800" b="0" i="0" dirty="0">
              <a:latin typeface="Times New Roman" panose="02020603050405020304" pitchFamily="18" charset="0"/>
              <a:cs typeface="Times New Roman" panose="02020603050405020304" pitchFamily="18" charset="0"/>
            </a:rPr>
            <a:t>Ön işleme</a:t>
          </a:r>
          <a:endParaRPr lang="tr-TR" sz="2800" dirty="0">
            <a:latin typeface="Times New Roman" panose="02020603050405020304" pitchFamily="18" charset="0"/>
            <a:cs typeface="Times New Roman" panose="02020603050405020304" pitchFamily="18" charset="0"/>
          </a:endParaRPr>
        </a:p>
      </dgm:t>
    </dgm:pt>
    <dgm:pt modelId="{AD598301-BC44-494F-AEC8-13FBF48078B5}" type="parTrans" cxnId="{9B7EB4BB-A0BB-497B-80CD-39AF6DB10E13}">
      <dgm:prSet/>
      <dgm:spPr/>
      <dgm:t>
        <a:bodyPr/>
        <a:lstStyle/>
        <a:p>
          <a:endParaRPr lang="tr-TR"/>
        </a:p>
      </dgm:t>
    </dgm:pt>
    <dgm:pt modelId="{27153863-9206-4C31-B490-FF0DE08D63C1}" type="sibTrans" cxnId="{9B7EB4BB-A0BB-497B-80CD-39AF6DB10E13}">
      <dgm:prSet/>
      <dgm:spPr/>
      <dgm:t>
        <a:bodyPr/>
        <a:lstStyle/>
        <a:p>
          <a:endParaRPr lang="tr-TR"/>
        </a:p>
      </dgm:t>
    </dgm:pt>
    <dgm:pt modelId="{383C4694-E5F0-4DFD-9B42-EB5F06D1CFC8}">
      <dgm:prSet phldrT="[Metin]" custT="1"/>
      <dgm:spPr/>
      <dgm:t>
        <a:bodyPr/>
        <a:lstStyle/>
        <a:p>
          <a:r>
            <a:rPr lang="tr-TR" sz="2800" b="0" i="0" dirty="0">
              <a:latin typeface="Times New Roman" panose="02020603050405020304" pitchFamily="18" charset="0"/>
              <a:cs typeface="Times New Roman" panose="02020603050405020304" pitchFamily="18" charset="0"/>
            </a:rPr>
            <a:t>Bağlı Bileşen Analizi (CCL)</a:t>
          </a:r>
          <a:endParaRPr lang="tr-TR" sz="2800" dirty="0">
            <a:latin typeface="Times New Roman" panose="02020603050405020304" pitchFamily="18" charset="0"/>
            <a:cs typeface="Times New Roman" panose="02020603050405020304" pitchFamily="18" charset="0"/>
          </a:endParaRPr>
        </a:p>
      </dgm:t>
    </dgm:pt>
    <dgm:pt modelId="{FF7B1B85-D843-4FF2-8B68-F21F5F4DF796}" type="parTrans" cxnId="{3315763E-2AF6-496D-B875-9B29BB9CF26F}">
      <dgm:prSet/>
      <dgm:spPr/>
      <dgm:t>
        <a:bodyPr/>
        <a:lstStyle/>
        <a:p>
          <a:endParaRPr lang="tr-TR"/>
        </a:p>
      </dgm:t>
    </dgm:pt>
    <dgm:pt modelId="{1CBF5E8C-F33C-48D2-9848-2C83ABF352EB}" type="sibTrans" cxnId="{3315763E-2AF6-496D-B875-9B29BB9CF26F}">
      <dgm:prSet/>
      <dgm:spPr/>
      <dgm:t>
        <a:bodyPr/>
        <a:lstStyle/>
        <a:p>
          <a:endParaRPr lang="tr-TR"/>
        </a:p>
      </dgm:t>
    </dgm:pt>
    <dgm:pt modelId="{7ED19A93-8D43-4A2E-9F42-8CFE2283DD31}">
      <dgm:prSet phldrT="[Metin]" custT="1"/>
      <dgm:spPr/>
      <dgm:t>
        <a:bodyPr/>
        <a:lstStyle/>
        <a:p>
          <a:r>
            <a:rPr lang="tr-TR" sz="2800" b="0" i="0">
              <a:latin typeface="Times New Roman" panose="02020603050405020304" pitchFamily="18" charset="0"/>
              <a:cs typeface="Times New Roman" panose="02020603050405020304" pitchFamily="18" charset="0"/>
            </a:rPr>
            <a:t>Kontur çıkarımı</a:t>
          </a:r>
          <a:endParaRPr lang="tr-TR" sz="2800">
            <a:latin typeface="Times New Roman" panose="02020603050405020304" pitchFamily="18" charset="0"/>
            <a:cs typeface="Times New Roman" panose="02020603050405020304" pitchFamily="18" charset="0"/>
          </a:endParaRPr>
        </a:p>
      </dgm:t>
    </dgm:pt>
    <dgm:pt modelId="{DFAE1157-B840-4850-8411-759FC26EDD26}" type="parTrans" cxnId="{6DDACB25-CE80-4C2D-B6BC-C4ADF343A78A}">
      <dgm:prSet/>
      <dgm:spPr/>
      <dgm:t>
        <a:bodyPr/>
        <a:lstStyle/>
        <a:p>
          <a:endParaRPr lang="tr-TR"/>
        </a:p>
      </dgm:t>
    </dgm:pt>
    <dgm:pt modelId="{F83719AE-4674-4708-B55A-90841CFC2FC6}" type="sibTrans" cxnId="{6DDACB25-CE80-4C2D-B6BC-C4ADF343A78A}">
      <dgm:prSet/>
      <dgm:spPr/>
      <dgm:t>
        <a:bodyPr/>
        <a:lstStyle/>
        <a:p>
          <a:pPr algn="ctr"/>
          <a:endParaRPr lang="tr-TR"/>
        </a:p>
      </dgm:t>
    </dgm:pt>
    <dgm:pt modelId="{F78149E5-784A-4F1B-A415-032959C23B9F}">
      <dgm:prSet custT="1"/>
      <dgm:spPr/>
      <dgm:t>
        <a:bodyPr/>
        <a:lstStyle/>
        <a:p>
          <a:pPr>
            <a:buNone/>
          </a:pPr>
          <a:r>
            <a:rPr lang="tr-TR" sz="2800" b="0" i="0" dirty="0">
              <a:latin typeface="Times New Roman" panose="02020603050405020304" pitchFamily="18" charset="0"/>
              <a:cs typeface="Times New Roman" panose="02020603050405020304" pitchFamily="18" charset="0"/>
            </a:rPr>
            <a:t>Şekil özellikleri</a:t>
          </a:r>
          <a:endParaRPr lang="tr-TR" sz="2800" dirty="0">
            <a:latin typeface="Times New Roman" panose="02020603050405020304" pitchFamily="18" charset="0"/>
            <a:cs typeface="Times New Roman" panose="02020603050405020304" pitchFamily="18" charset="0"/>
          </a:endParaRPr>
        </a:p>
      </dgm:t>
    </dgm:pt>
    <dgm:pt modelId="{BBEB627E-5EB1-4AEB-AE6B-2A8CCDFD33A9}" type="parTrans" cxnId="{46E8D907-BAFC-4761-9F9A-F6904974E94B}">
      <dgm:prSet/>
      <dgm:spPr/>
      <dgm:t>
        <a:bodyPr/>
        <a:lstStyle/>
        <a:p>
          <a:endParaRPr lang="tr-TR"/>
        </a:p>
      </dgm:t>
    </dgm:pt>
    <dgm:pt modelId="{A4BD4E4D-0E55-4057-A0AD-B3F750CD367E}" type="sibTrans" cxnId="{46E8D907-BAFC-4761-9F9A-F6904974E94B}">
      <dgm:prSet/>
      <dgm:spPr/>
      <dgm:t>
        <a:bodyPr/>
        <a:lstStyle/>
        <a:p>
          <a:endParaRPr lang="tr-TR"/>
        </a:p>
      </dgm:t>
    </dgm:pt>
    <dgm:pt modelId="{58B4BF10-01BA-4A2A-9427-6CCD22E085EE}">
      <dgm:prSet custT="1"/>
      <dgm:spPr/>
      <dgm:t>
        <a:bodyPr/>
        <a:lstStyle/>
        <a:p>
          <a:pPr>
            <a:buNone/>
          </a:pPr>
          <a:r>
            <a:rPr lang="tr-TR" sz="2800" b="0" i="0" dirty="0">
              <a:latin typeface="Times New Roman" panose="02020603050405020304" pitchFamily="18" charset="0"/>
              <a:cs typeface="Times New Roman" panose="02020603050405020304" pitchFamily="18" charset="0"/>
            </a:rPr>
            <a:t>Kural tabanlı etiketleme</a:t>
          </a:r>
          <a:endParaRPr lang="tr-TR" sz="2800" dirty="0">
            <a:latin typeface="Times New Roman" panose="02020603050405020304" pitchFamily="18" charset="0"/>
            <a:cs typeface="Times New Roman" panose="02020603050405020304" pitchFamily="18" charset="0"/>
          </a:endParaRPr>
        </a:p>
      </dgm:t>
    </dgm:pt>
    <dgm:pt modelId="{D42F9F58-C1C2-4599-AA2B-F1F2714D2D99}" type="parTrans" cxnId="{87CF3EA7-BE3C-4844-9171-08F450BAD390}">
      <dgm:prSet/>
      <dgm:spPr/>
      <dgm:t>
        <a:bodyPr/>
        <a:lstStyle/>
        <a:p>
          <a:endParaRPr lang="tr-TR"/>
        </a:p>
      </dgm:t>
    </dgm:pt>
    <dgm:pt modelId="{CBE416B7-C45C-4948-A5CC-D5F41B09EB00}" type="sibTrans" cxnId="{87CF3EA7-BE3C-4844-9171-08F450BAD390}">
      <dgm:prSet/>
      <dgm:spPr/>
      <dgm:t>
        <a:bodyPr/>
        <a:lstStyle/>
        <a:p>
          <a:endParaRPr lang="tr-TR"/>
        </a:p>
      </dgm:t>
    </dgm:pt>
    <dgm:pt modelId="{55CEAF5A-93D7-4498-900A-E5D35206FE9A}">
      <dgm:prSet custT="1"/>
      <dgm:spPr/>
      <dgm:t>
        <a:bodyPr/>
        <a:lstStyle/>
        <a:p>
          <a:pPr>
            <a:buNone/>
          </a:pPr>
          <a:r>
            <a:rPr lang="tr-TR" sz="2800" b="0" i="0" dirty="0">
              <a:latin typeface="Times New Roman" panose="02020603050405020304" pitchFamily="18" charset="0"/>
              <a:cs typeface="Times New Roman" panose="02020603050405020304" pitchFamily="18" charset="0"/>
            </a:rPr>
            <a:t>Görselleştirme</a:t>
          </a:r>
          <a:endParaRPr lang="tr-TR" sz="2800" dirty="0">
            <a:latin typeface="Times New Roman" panose="02020603050405020304" pitchFamily="18" charset="0"/>
            <a:cs typeface="Times New Roman" panose="02020603050405020304" pitchFamily="18" charset="0"/>
          </a:endParaRPr>
        </a:p>
      </dgm:t>
    </dgm:pt>
    <dgm:pt modelId="{9C5F2035-0F58-4B0C-AD05-18E9007EEB81}" type="parTrans" cxnId="{849525AC-ED55-4B95-B124-81F5CAF4EA93}">
      <dgm:prSet/>
      <dgm:spPr/>
      <dgm:t>
        <a:bodyPr/>
        <a:lstStyle/>
        <a:p>
          <a:endParaRPr lang="tr-TR"/>
        </a:p>
      </dgm:t>
    </dgm:pt>
    <dgm:pt modelId="{0E171B0F-754C-4D36-B90D-CABDF2D34887}" type="sibTrans" cxnId="{849525AC-ED55-4B95-B124-81F5CAF4EA93}">
      <dgm:prSet/>
      <dgm:spPr/>
      <dgm:t>
        <a:bodyPr/>
        <a:lstStyle/>
        <a:p>
          <a:endParaRPr lang="tr-TR"/>
        </a:p>
      </dgm:t>
    </dgm:pt>
    <dgm:pt modelId="{82C72829-DEB0-4AC3-8A90-D22841277505}">
      <dgm:prSet custT="1"/>
      <dgm:spPr/>
      <dgm:t>
        <a:bodyPr/>
        <a:lstStyle/>
        <a:p>
          <a:pPr>
            <a:buNone/>
          </a:pPr>
          <a:r>
            <a:rPr lang="tr-TR" sz="2800" b="0" i="0" dirty="0">
              <a:latin typeface="Times New Roman" panose="02020603050405020304" pitchFamily="18" charset="0"/>
              <a:cs typeface="Times New Roman" panose="02020603050405020304" pitchFamily="18" charset="0"/>
            </a:rPr>
            <a:t>Raporlama</a:t>
          </a:r>
          <a:endParaRPr lang="tr-TR" sz="1800" dirty="0">
            <a:latin typeface="Times New Roman" panose="02020603050405020304" pitchFamily="18" charset="0"/>
            <a:cs typeface="Times New Roman" panose="02020603050405020304" pitchFamily="18" charset="0"/>
          </a:endParaRPr>
        </a:p>
      </dgm:t>
    </dgm:pt>
    <dgm:pt modelId="{2285D28E-A607-457F-86A5-25B859600AA1}" type="parTrans" cxnId="{9B56E93C-BD01-400E-A44C-173CA30399F1}">
      <dgm:prSet/>
      <dgm:spPr/>
      <dgm:t>
        <a:bodyPr/>
        <a:lstStyle/>
        <a:p>
          <a:endParaRPr lang="tr-TR"/>
        </a:p>
      </dgm:t>
    </dgm:pt>
    <dgm:pt modelId="{0776928C-E48B-48C2-84E1-700A36AEABA8}" type="sibTrans" cxnId="{9B56E93C-BD01-400E-A44C-173CA30399F1}">
      <dgm:prSet/>
      <dgm:spPr/>
      <dgm:t>
        <a:bodyPr/>
        <a:lstStyle/>
        <a:p>
          <a:endParaRPr lang="tr-TR"/>
        </a:p>
      </dgm:t>
    </dgm:pt>
    <dgm:pt modelId="{600A8876-DBC1-4D3E-9902-E65AB0A68FCE}" type="pres">
      <dgm:prSet presAssocID="{B8469248-DD1A-493A-9211-23B0DE7BCE69}" presName="linearFlow" presStyleCnt="0">
        <dgm:presLayoutVars>
          <dgm:resizeHandles val="exact"/>
        </dgm:presLayoutVars>
      </dgm:prSet>
      <dgm:spPr/>
    </dgm:pt>
    <dgm:pt modelId="{B4278B55-7AD4-437B-9FD9-4709D12D11D9}" type="pres">
      <dgm:prSet presAssocID="{7319B8AA-577C-494A-97E6-A82D716574DF}" presName="node" presStyleLbl="node1" presStyleIdx="0" presStyleCnt="8" custScaleX="258560">
        <dgm:presLayoutVars>
          <dgm:bulletEnabled val="1"/>
        </dgm:presLayoutVars>
      </dgm:prSet>
      <dgm:spPr/>
    </dgm:pt>
    <dgm:pt modelId="{B36166FA-8532-4B4E-955A-DFB4ED5E3AA3}" type="pres">
      <dgm:prSet presAssocID="{A5A8C397-6CDB-4BB8-9DB4-83EB9E3F740E}" presName="sibTrans" presStyleLbl="sibTrans2D1" presStyleIdx="0" presStyleCnt="7"/>
      <dgm:spPr/>
    </dgm:pt>
    <dgm:pt modelId="{1912982B-C17D-4E08-AC35-A1C0E23D40B3}" type="pres">
      <dgm:prSet presAssocID="{A5A8C397-6CDB-4BB8-9DB4-83EB9E3F740E}" presName="connectorText" presStyleLbl="sibTrans2D1" presStyleIdx="0" presStyleCnt="7"/>
      <dgm:spPr/>
    </dgm:pt>
    <dgm:pt modelId="{58C65339-9766-4EE6-9465-F4D8EB5DB116}" type="pres">
      <dgm:prSet presAssocID="{B9048A68-EDE0-43FB-A924-79D0AEC5DC56}" presName="node" presStyleLbl="node1" presStyleIdx="1" presStyleCnt="8">
        <dgm:presLayoutVars>
          <dgm:bulletEnabled val="1"/>
        </dgm:presLayoutVars>
      </dgm:prSet>
      <dgm:spPr/>
    </dgm:pt>
    <dgm:pt modelId="{B05F5761-6294-4F09-B87F-78013A5810E6}" type="pres">
      <dgm:prSet presAssocID="{27153863-9206-4C31-B490-FF0DE08D63C1}" presName="sibTrans" presStyleLbl="sibTrans2D1" presStyleIdx="1" presStyleCnt="7"/>
      <dgm:spPr/>
    </dgm:pt>
    <dgm:pt modelId="{E6AF4566-B920-44A0-A3DE-5515035AEE63}" type="pres">
      <dgm:prSet presAssocID="{27153863-9206-4C31-B490-FF0DE08D63C1}" presName="connectorText" presStyleLbl="sibTrans2D1" presStyleIdx="1" presStyleCnt="7"/>
      <dgm:spPr/>
    </dgm:pt>
    <dgm:pt modelId="{97E007FD-9EAC-4019-85D7-EF554233ED0C}" type="pres">
      <dgm:prSet presAssocID="{383C4694-E5F0-4DFD-9B42-EB5F06D1CFC8}" presName="node" presStyleLbl="node1" presStyleIdx="2" presStyleCnt="8" custScaleX="307230">
        <dgm:presLayoutVars>
          <dgm:bulletEnabled val="1"/>
        </dgm:presLayoutVars>
      </dgm:prSet>
      <dgm:spPr/>
    </dgm:pt>
    <dgm:pt modelId="{134DAFC3-4CF6-4307-931C-62491C8C48B3}" type="pres">
      <dgm:prSet presAssocID="{1CBF5E8C-F33C-48D2-9848-2C83ABF352EB}" presName="sibTrans" presStyleLbl="sibTrans2D1" presStyleIdx="2" presStyleCnt="7" custLinFactNeighborX="-11615" custLinFactNeighborY="-3926"/>
      <dgm:spPr/>
    </dgm:pt>
    <dgm:pt modelId="{AFB63BD9-5BBC-4E27-99FB-A438E61A7D9F}" type="pres">
      <dgm:prSet presAssocID="{1CBF5E8C-F33C-48D2-9848-2C83ABF352EB}" presName="connectorText" presStyleLbl="sibTrans2D1" presStyleIdx="2" presStyleCnt="7"/>
      <dgm:spPr/>
    </dgm:pt>
    <dgm:pt modelId="{39CAEDDF-FB72-4FB5-8210-5FB5DE6C3702}" type="pres">
      <dgm:prSet presAssocID="{7ED19A93-8D43-4A2E-9F42-8CFE2283DD31}" presName="node" presStyleLbl="node1" presStyleIdx="3" presStyleCnt="8" custScaleX="245716">
        <dgm:presLayoutVars>
          <dgm:bulletEnabled val="1"/>
        </dgm:presLayoutVars>
      </dgm:prSet>
      <dgm:spPr/>
    </dgm:pt>
    <dgm:pt modelId="{AEF01C44-3333-4ED4-A87D-AD8FB30B1278}" type="pres">
      <dgm:prSet presAssocID="{F83719AE-4674-4708-B55A-90841CFC2FC6}" presName="sibTrans" presStyleLbl="sibTrans2D1" presStyleIdx="3" presStyleCnt="7" custScaleX="73555" custScaleY="98842" custLinFactNeighborX="40349" custLinFactNeighborY="16866"/>
      <dgm:spPr/>
    </dgm:pt>
    <dgm:pt modelId="{F3F3995D-C084-4532-B406-8FAE1196B8AE}" type="pres">
      <dgm:prSet presAssocID="{F83719AE-4674-4708-B55A-90841CFC2FC6}" presName="connectorText" presStyleLbl="sibTrans2D1" presStyleIdx="3" presStyleCnt="7"/>
      <dgm:spPr/>
    </dgm:pt>
    <dgm:pt modelId="{40038318-4423-4CA0-8519-F23AE0BE5D42}" type="pres">
      <dgm:prSet presAssocID="{F78149E5-784A-4F1B-A415-032959C23B9F}" presName="node" presStyleLbl="node1" presStyleIdx="4" presStyleCnt="8" custScaleX="214622">
        <dgm:presLayoutVars>
          <dgm:bulletEnabled val="1"/>
        </dgm:presLayoutVars>
      </dgm:prSet>
      <dgm:spPr/>
    </dgm:pt>
    <dgm:pt modelId="{A12BB194-296D-421D-BD30-8E09FF6AB8B4}" type="pres">
      <dgm:prSet presAssocID="{A4BD4E4D-0E55-4057-A0AD-B3F750CD367E}" presName="sibTrans" presStyleLbl="sibTrans2D1" presStyleIdx="4" presStyleCnt="7"/>
      <dgm:spPr/>
    </dgm:pt>
    <dgm:pt modelId="{39652A45-D591-4997-A089-31504642DC23}" type="pres">
      <dgm:prSet presAssocID="{A4BD4E4D-0E55-4057-A0AD-B3F750CD367E}" presName="connectorText" presStyleLbl="sibTrans2D1" presStyleIdx="4" presStyleCnt="7"/>
      <dgm:spPr/>
    </dgm:pt>
    <dgm:pt modelId="{D3B5AFFA-38BE-4A64-BEDF-D9DC2035D06D}" type="pres">
      <dgm:prSet presAssocID="{58B4BF10-01BA-4A2A-9427-6CCD22E085EE}" presName="node" presStyleLbl="node1" presStyleIdx="5" presStyleCnt="8" custScaleX="284247">
        <dgm:presLayoutVars>
          <dgm:bulletEnabled val="1"/>
        </dgm:presLayoutVars>
      </dgm:prSet>
      <dgm:spPr/>
    </dgm:pt>
    <dgm:pt modelId="{9EFE73FC-FF7A-47DE-AD3D-FB2FE089A452}" type="pres">
      <dgm:prSet presAssocID="{CBE416B7-C45C-4948-A5CC-D5F41B09EB00}" presName="sibTrans" presStyleLbl="sibTrans2D1" presStyleIdx="5" presStyleCnt="7"/>
      <dgm:spPr/>
    </dgm:pt>
    <dgm:pt modelId="{DE9F9EB1-7571-4D08-B29A-77693FC292C8}" type="pres">
      <dgm:prSet presAssocID="{CBE416B7-C45C-4948-A5CC-D5F41B09EB00}" presName="connectorText" presStyleLbl="sibTrans2D1" presStyleIdx="5" presStyleCnt="7"/>
      <dgm:spPr/>
    </dgm:pt>
    <dgm:pt modelId="{CC4EE7FE-43F6-40E6-9D48-70964DF10DA1}" type="pres">
      <dgm:prSet presAssocID="{55CEAF5A-93D7-4498-900A-E5D35206FE9A}" presName="node" presStyleLbl="node1" presStyleIdx="6" presStyleCnt="8" custScaleX="243012">
        <dgm:presLayoutVars>
          <dgm:bulletEnabled val="1"/>
        </dgm:presLayoutVars>
      </dgm:prSet>
      <dgm:spPr/>
    </dgm:pt>
    <dgm:pt modelId="{D5D713C5-0ED8-43C7-8F2C-4EE270F73E30}" type="pres">
      <dgm:prSet presAssocID="{0E171B0F-754C-4D36-B90D-CABDF2D34887}" presName="sibTrans" presStyleLbl="sibTrans2D1" presStyleIdx="6" presStyleCnt="7"/>
      <dgm:spPr/>
    </dgm:pt>
    <dgm:pt modelId="{4526E284-5811-495E-9FE0-43FF71679785}" type="pres">
      <dgm:prSet presAssocID="{0E171B0F-754C-4D36-B90D-CABDF2D34887}" presName="connectorText" presStyleLbl="sibTrans2D1" presStyleIdx="6" presStyleCnt="7"/>
      <dgm:spPr/>
    </dgm:pt>
    <dgm:pt modelId="{341C04FF-BB5A-43D6-BBF9-9A7152B740F0}" type="pres">
      <dgm:prSet presAssocID="{82C72829-DEB0-4AC3-8A90-D22841277505}" presName="node" presStyleLbl="node1" presStyleIdx="7" presStyleCnt="8" custScaleX="167979">
        <dgm:presLayoutVars>
          <dgm:bulletEnabled val="1"/>
        </dgm:presLayoutVars>
      </dgm:prSet>
      <dgm:spPr/>
    </dgm:pt>
  </dgm:ptLst>
  <dgm:cxnLst>
    <dgm:cxn modelId="{7EBE8F00-0DCC-4F15-B9CB-784922C712AE}" type="presOf" srcId="{CBE416B7-C45C-4948-A5CC-D5F41B09EB00}" destId="{DE9F9EB1-7571-4D08-B29A-77693FC292C8}" srcOrd="1" destOrd="0" presId="urn:microsoft.com/office/officeart/2005/8/layout/process2"/>
    <dgm:cxn modelId="{7C634D04-3CE8-4544-B6BB-61B2B7C12BF1}" type="presOf" srcId="{F83719AE-4674-4708-B55A-90841CFC2FC6}" destId="{AEF01C44-3333-4ED4-A87D-AD8FB30B1278}" srcOrd="0" destOrd="0" presId="urn:microsoft.com/office/officeart/2005/8/layout/process2"/>
    <dgm:cxn modelId="{46E8D907-BAFC-4761-9F9A-F6904974E94B}" srcId="{B8469248-DD1A-493A-9211-23B0DE7BCE69}" destId="{F78149E5-784A-4F1B-A415-032959C23B9F}" srcOrd="4" destOrd="0" parTransId="{BBEB627E-5EB1-4AEB-AE6B-2A8CCDFD33A9}" sibTransId="{A4BD4E4D-0E55-4057-A0AD-B3F750CD367E}"/>
    <dgm:cxn modelId="{BB2BCE14-60B1-4BE1-B54B-C39A69D9E2C4}" type="presOf" srcId="{CBE416B7-C45C-4948-A5CC-D5F41B09EB00}" destId="{9EFE73FC-FF7A-47DE-AD3D-FB2FE089A452}" srcOrd="0" destOrd="0" presId="urn:microsoft.com/office/officeart/2005/8/layout/process2"/>
    <dgm:cxn modelId="{424FCC16-1CF4-47AC-A52B-BBB7F60D9395}" type="presOf" srcId="{27153863-9206-4C31-B490-FF0DE08D63C1}" destId="{E6AF4566-B920-44A0-A3DE-5515035AEE63}" srcOrd="1" destOrd="0" presId="urn:microsoft.com/office/officeart/2005/8/layout/process2"/>
    <dgm:cxn modelId="{6DDACB25-CE80-4C2D-B6BC-C4ADF343A78A}" srcId="{B8469248-DD1A-493A-9211-23B0DE7BCE69}" destId="{7ED19A93-8D43-4A2E-9F42-8CFE2283DD31}" srcOrd="3" destOrd="0" parTransId="{DFAE1157-B840-4850-8411-759FC26EDD26}" sibTransId="{F83719AE-4674-4708-B55A-90841CFC2FC6}"/>
    <dgm:cxn modelId="{B6F65A2A-AF70-473A-BE45-69D6CB3B02A4}" type="presOf" srcId="{7ED19A93-8D43-4A2E-9F42-8CFE2283DD31}" destId="{39CAEDDF-FB72-4FB5-8210-5FB5DE6C3702}" srcOrd="0" destOrd="0" presId="urn:microsoft.com/office/officeart/2005/8/layout/process2"/>
    <dgm:cxn modelId="{9B56E93C-BD01-400E-A44C-173CA30399F1}" srcId="{B8469248-DD1A-493A-9211-23B0DE7BCE69}" destId="{82C72829-DEB0-4AC3-8A90-D22841277505}" srcOrd="7" destOrd="0" parTransId="{2285D28E-A607-457F-86A5-25B859600AA1}" sibTransId="{0776928C-E48B-48C2-84E1-700A36AEABA8}"/>
    <dgm:cxn modelId="{3315763E-2AF6-496D-B875-9B29BB9CF26F}" srcId="{B8469248-DD1A-493A-9211-23B0DE7BCE69}" destId="{383C4694-E5F0-4DFD-9B42-EB5F06D1CFC8}" srcOrd="2" destOrd="0" parTransId="{FF7B1B85-D843-4FF2-8B68-F21F5F4DF796}" sibTransId="{1CBF5E8C-F33C-48D2-9848-2C83ABF352EB}"/>
    <dgm:cxn modelId="{35DBCC63-A006-4020-B2FB-ABF61A7AAA38}" type="presOf" srcId="{0E171B0F-754C-4D36-B90D-CABDF2D34887}" destId="{4526E284-5811-495E-9FE0-43FF71679785}" srcOrd="1" destOrd="0" presId="urn:microsoft.com/office/officeart/2005/8/layout/process2"/>
    <dgm:cxn modelId="{5078FB46-40F9-4BF1-9FB7-DDB3205669EB}" type="presOf" srcId="{0E171B0F-754C-4D36-B90D-CABDF2D34887}" destId="{D5D713C5-0ED8-43C7-8F2C-4EE270F73E30}" srcOrd="0" destOrd="0" presId="urn:microsoft.com/office/officeart/2005/8/layout/process2"/>
    <dgm:cxn modelId="{534CEF6A-F779-41F2-BEC7-3B7EC8C0557D}" type="presOf" srcId="{1CBF5E8C-F33C-48D2-9848-2C83ABF352EB}" destId="{134DAFC3-4CF6-4307-931C-62491C8C48B3}" srcOrd="0" destOrd="0" presId="urn:microsoft.com/office/officeart/2005/8/layout/process2"/>
    <dgm:cxn modelId="{75D2AB6D-8029-47C8-8322-661B2A1285EE}" type="presOf" srcId="{A5A8C397-6CDB-4BB8-9DB4-83EB9E3F740E}" destId="{1912982B-C17D-4E08-AC35-A1C0E23D40B3}" srcOrd="1" destOrd="0" presId="urn:microsoft.com/office/officeart/2005/8/layout/process2"/>
    <dgm:cxn modelId="{A2DBFC4D-5803-47DB-BA3A-15D8975FA4A7}" type="presOf" srcId="{7319B8AA-577C-494A-97E6-A82D716574DF}" destId="{B4278B55-7AD4-437B-9FD9-4709D12D11D9}" srcOrd="0" destOrd="0" presId="urn:microsoft.com/office/officeart/2005/8/layout/process2"/>
    <dgm:cxn modelId="{658BEA71-2C00-400B-BD90-65A07F4E4A43}" type="presOf" srcId="{58B4BF10-01BA-4A2A-9427-6CCD22E085EE}" destId="{D3B5AFFA-38BE-4A64-BEDF-D9DC2035D06D}" srcOrd="0" destOrd="0" presId="urn:microsoft.com/office/officeart/2005/8/layout/process2"/>
    <dgm:cxn modelId="{DE7D9973-000B-40E9-B0C1-9A879937A8B8}" type="presOf" srcId="{F78149E5-784A-4F1B-A415-032959C23B9F}" destId="{40038318-4423-4CA0-8519-F23AE0BE5D42}" srcOrd="0" destOrd="0" presId="urn:microsoft.com/office/officeart/2005/8/layout/process2"/>
    <dgm:cxn modelId="{0C437D56-0DFB-4B98-9D34-F36DB454DBF9}" type="presOf" srcId="{A4BD4E4D-0E55-4057-A0AD-B3F750CD367E}" destId="{A12BB194-296D-421D-BD30-8E09FF6AB8B4}" srcOrd="0" destOrd="0" presId="urn:microsoft.com/office/officeart/2005/8/layout/process2"/>
    <dgm:cxn modelId="{BD260381-A034-4544-B02A-DA7DA3B3E887}" type="presOf" srcId="{F83719AE-4674-4708-B55A-90841CFC2FC6}" destId="{F3F3995D-C084-4532-B406-8FAE1196B8AE}" srcOrd="1" destOrd="0" presId="urn:microsoft.com/office/officeart/2005/8/layout/process2"/>
    <dgm:cxn modelId="{02488E90-7173-467F-A908-1425D79479D5}" type="presOf" srcId="{383C4694-E5F0-4DFD-9B42-EB5F06D1CFC8}" destId="{97E007FD-9EAC-4019-85D7-EF554233ED0C}" srcOrd="0" destOrd="0" presId="urn:microsoft.com/office/officeart/2005/8/layout/process2"/>
    <dgm:cxn modelId="{8074619E-6DC7-4312-A951-BAC8DD54CFB2}" type="presOf" srcId="{27153863-9206-4C31-B490-FF0DE08D63C1}" destId="{B05F5761-6294-4F09-B87F-78013A5810E6}" srcOrd="0" destOrd="0" presId="urn:microsoft.com/office/officeart/2005/8/layout/process2"/>
    <dgm:cxn modelId="{59C819A2-0907-4D33-98B1-F7CC74A7001C}" type="presOf" srcId="{A4BD4E4D-0E55-4057-A0AD-B3F750CD367E}" destId="{39652A45-D591-4997-A089-31504642DC23}" srcOrd="1" destOrd="0" presId="urn:microsoft.com/office/officeart/2005/8/layout/process2"/>
    <dgm:cxn modelId="{B509F2A2-A077-4A66-9BFC-9420D5E31280}" type="presOf" srcId="{B9048A68-EDE0-43FB-A924-79D0AEC5DC56}" destId="{58C65339-9766-4EE6-9465-F4D8EB5DB116}" srcOrd="0" destOrd="0" presId="urn:microsoft.com/office/officeart/2005/8/layout/process2"/>
    <dgm:cxn modelId="{87CF3EA7-BE3C-4844-9171-08F450BAD390}" srcId="{B8469248-DD1A-493A-9211-23B0DE7BCE69}" destId="{58B4BF10-01BA-4A2A-9427-6CCD22E085EE}" srcOrd="5" destOrd="0" parTransId="{D42F9F58-C1C2-4599-AA2B-F1F2714D2D99}" sibTransId="{CBE416B7-C45C-4948-A5CC-D5F41B09EB00}"/>
    <dgm:cxn modelId="{E87E3AAB-E8D7-4A7B-A561-3AA16E4E7D58}" type="presOf" srcId="{B8469248-DD1A-493A-9211-23B0DE7BCE69}" destId="{600A8876-DBC1-4D3E-9902-E65AB0A68FCE}" srcOrd="0" destOrd="0" presId="urn:microsoft.com/office/officeart/2005/8/layout/process2"/>
    <dgm:cxn modelId="{849525AC-ED55-4B95-B124-81F5CAF4EA93}" srcId="{B8469248-DD1A-493A-9211-23B0DE7BCE69}" destId="{55CEAF5A-93D7-4498-900A-E5D35206FE9A}" srcOrd="6" destOrd="0" parTransId="{9C5F2035-0F58-4B0C-AD05-18E9007EEB81}" sibTransId="{0E171B0F-754C-4D36-B90D-CABDF2D34887}"/>
    <dgm:cxn modelId="{0D6D1CB3-CD75-4937-B2D7-229B8AAFCA97}" type="presOf" srcId="{55CEAF5A-93D7-4498-900A-E5D35206FE9A}" destId="{CC4EE7FE-43F6-40E6-9D48-70964DF10DA1}" srcOrd="0" destOrd="0" presId="urn:microsoft.com/office/officeart/2005/8/layout/process2"/>
    <dgm:cxn modelId="{9B7EB4BB-A0BB-497B-80CD-39AF6DB10E13}" srcId="{B8469248-DD1A-493A-9211-23B0DE7BCE69}" destId="{B9048A68-EDE0-43FB-A924-79D0AEC5DC56}" srcOrd="1" destOrd="0" parTransId="{AD598301-BC44-494F-AEC8-13FBF48078B5}" sibTransId="{27153863-9206-4C31-B490-FF0DE08D63C1}"/>
    <dgm:cxn modelId="{C61CC1BD-5D06-4B22-BF33-8F1E222D4000}" type="presOf" srcId="{A5A8C397-6CDB-4BB8-9DB4-83EB9E3F740E}" destId="{B36166FA-8532-4B4E-955A-DFB4ED5E3AA3}" srcOrd="0" destOrd="0" presId="urn:microsoft.com/office/officeart/2005/8/layout/process2"/>
    <dgm:cxn modelId="{5F836EC1-A354-4936-98B7-751AB795F8A6}" srcId="{B8469248-DD1A-493A-9211-23B0DE7BCE69}" destId="{7319B8AA-577C-494A-97E6-A82D716574DF}" srcOrd="0" destOrd="0" parTransId="{7B02A878-12DD-4064-BA3D-9A5279941463}" sibTransId="{A5A8C397-6CDB-4BB8-9DB4-83EB9E3F740E}"/>
    <dgm:cxn modelId="{A45D7FE8-351A-47BD-9C55-DA9623B5B527}" type="presOf" srcId="{82C72829-DEB0-4AC3-8A90-D22841277505}" destId="{341C04FF-BB5A-43D6-BBF9-9A7152B740F0}" srcOrd="0" destOrd="0" presId="urn:microsoft.com/office/officeart/2005/8/layout/process2"/>
    <dgm:cxn modelId="{F7776CEE-8459-454B-86AD-FC45A5CF2DDC}" type="presOf" srcId="{1CBF5E8C-F33C-48D2-9848-2C83ABF352EB}" destId="{AFB63BD9-5BBC-4E27-99FB-A438E61A7D9F}" srcOrd="1" destOrd="0" presId="urn:microsoft.com/office/officeart/2005/8/layout/process2"/>
    <dgm:cxn modelId="{8BB3A397-7061-4D2C-BAF7-83F794515FF7}" type="presParOf" srcId="{600A8876-DBC1-4D3E-9902-E65AB0A68FCE}" destId="{B4278B55-7AD4-437B-9FD9-4709D12D11D9}" srcOrd="0" destOrd="0" presId="urn:microsoft.com/office/officeart/2005/8/layout/process2"/>
    <dgm:cxn modelId="{A59BF751-EA7E-4F64-BE7D-6B23C449C529}" type="presParOf" srcId="{600A8876-DBC1-4D3E-9902-E65AB0A68FCE}" destId="{B36166FA-8532-4B4E-955A-DFB4ED5E3AA3}" srcOrd="1" destOrd="0" presId="urn:microsoft.com/office/officeart/2005/8/layout/process2"/>
    <dgm:cxn modelId="{967C050A-BCF8-4F84-BAF7-3D57F443BF3D}" type="presParOf" srcId="{B36166FA-8532-4B4E-955A-DFB4ED5E3AA3}" destId="{1912982B-C17D-4E08-AC35-A1C0E23D40B3}" srcOrd="0" destOrd="0" presId="urn:microsoft.com/office/officeart/2005/8/layout/process2"/>
    <dgm:cxn modelId="{8E305524-7EA4-4E09-A148-326719E2E031}" type="presParOf" srcId="{600A8876-DBC1-4D3E-9902-E65AB0A68FCE}" destId="{58C65339-9766-4EE6-9465-F4D8EB5DB116}" srcOrd="2" destOrd="0" presId="urn:microsoft.com/office/officeart/2005/8/layout/process2"/>
    <dgm:cxn modelId="{9EEED4C0-C586-471B-92EC-3E4FAA966766}" type="presParOf" srcId="{600A8876-DBC1-4D3E-9902-E65AB0A68FCE}" destId="{B05F5761-6294-4F09-B87F-78013A5810E6}" srcOrd="3" destOrd="0" presId="urn:microsoft.com/office/officeart/2005/8/layout/process2"/>
    <dgm:cxn modelId="{6A79BA85-FF3E-4915-80F5-ABD5733E3E9C}" type="presParOf" srcId="{B05F5761-6294-4F09-B87F-78013A5810E6}" destId="{E6AF4566-B920-44A0-A3DE-5515035AEE63}" srcOrd="0" destOrd="0" presId="urn:microsoft.com/office/officeart/2005/8/layout/process2"/>
    <dgm:cxn modelId="{12E18BFF-B580-4932-8AC0-B30407465890}" type="presParOf" srcId="{600A8876-DBC1-4D3E-9902-E65AB0A68FCE}" destId="{97E007FD-9EAC-4019-85D7-EF554233ED0C}" srcOrd="4" destOrd="0" presId="urn:microsoft.com/office/officeart/2005/8/layout/process2"/>
    <dgm:cxn modelId="{30023632-339B-4B97-8705-4818D5EB121E}" type="presParOf" srcId="{600A8876-DBC1-4D3E-9902-E65AB0A68FCE}" destId="{134DAFC3-4CF6-4307-931C-62491C8C48B3}" srcOrd="5" destOrd="0" presId="urn:microsoft.com/office/officeart/2005/8/layout/process2"/>
    <dgm:cxn modelId="{EA071725-AD09-47AB-8CC8-7EB79B9B6410}" type="presParOf" srcId="{134DAFC3-4CF6-4307-931C-62491C8C48B3}" destId="{AFB63BD9-5BBC-4E27-99FB-A438E61A7D9F}" srcOrd="0" destOrd="0" presId="urn:microsoft.com/office/officeart/2005/8/layout/process2"/>
    <dgm:cxn modelId="{77C194E8-479F-4D75-A7B0-733931FF1FBC}" type="presParOf" srcId="{600A8876-DBC1-4D3E-9902-E65AB0A68FCE}" destId="{39CAEDDF-FB72-4FB5-8210-5FB5DE6C3702}" srcOrd="6" destOrd="0" presId="urn:microsoft.com/office/officeart/2005/8/layout/process2"/>
    <dgm:cxn modelId="{670F1557-D5FE-4A51-91A7-DC1EFCB8CBB1}" type="presParOf" srcId="{600A8876-DBC1-4D3E-9902-E65AB0A68FCE}" destId="{AEF01C44-3333-4ED4-A87D-AD8FB30B1278}" srcOrd="7" destOrd="0" presId="urn:microsoft.com/office/officeart/2005/8/layout/process2"/>
    <dgm:cxn modelId="{A21C7AF2-84C0-414C-911A-92059DFFDCC1}" type="presParOf" srcId="{AEF01C44-3333-4ED4-A87D-AD8FB30B1278}" destId="{F3F3995D-C084-4532-B406-8FAE1196B8AE}" srcOrd="0" destOrd="0" presId="urn:microsoft.com/office/officeart/2005/8/layout/process2"/>
    <dgm:cxn modelId="{4F018033-7F92-4919-9B07-D491B15DABD9}" type="presParOf" srcId="{600A8876-DBC1-4D3E-9902-E65AB0A68FCE}" destId="{40038318-4423-4CA0-8519-F23AE0BE5D42}" srcOrd="8" destOrd="0" presId="urn:microsoft.com/office/officeart/2005/8/layout/process2"/>
    <dgm:cxn modelId="{652E5B9C-E9E5-4A12-AD18-FD87EA1748D7}" type="presParOf" srcId="{600A8876-DBC1-4D3E-9902-E65AB0A68FCE}" destId="{A12BB194-296D-421D-BD30-8E09FF6AB8B4}" srcOrd="9" destOrd="0" presId="urn:microsoft.com/office/officeart/2005/8/layout/process2"/>
    <dgm:cxn modelId="{22BE500C-0190-4C9D-BB12-E05DD1B5AEF1}" type="presParOf" srcId="{A12BB194-296D-421D-BD30-8E09FF6AB8B4}" destId="{39652A45-D591-4997-A089-31504642DC23}" srcOrd="0" destOrd="0" presId="urn:microsoft.com/office/officeart/2005/8/layout/process2"/>
    <dgm:cxn modelId="{FE0068A8-725F-4ED2-B7CE-10C29B355E0E}" type="presParOf" srcId="{600A8876-DBC1-4D3E-9902-E65AB0A68FCE}" destId="{D3B5AFFA-38BE-4A64-BEDF-D9DC2035D06D}" srcOrd="10" destOrd="0" presId="urn:microsoft.com/office/officeart/2005/8/layout/process2"/>
    <dgm:cxn modelId="{2658F39E-D508-425F-9CF5-12FFEFB72841}" type="presParOf" srcId="{600A8876-DBC1-4D3E-9902-E65AB0A68FCE}" destId="{9EFE73FC-FF7A-47DE-AD3D-FB2FE089A452}" srcOrd="11" destOrd="0" presId="urn:microsoft.com/office/officeart/2005/8/layout/process2"/>
    <dgm:cxn modelId="{C220DF77-CB78-4A5E-AD00-37A85A82FDC4}" type="presParOf" srcId="{9EFE73FC-FF7A-47DE-AD3D-FB2FE089A452}" destId="{DE9F9EB1-7571-4D08-B29A-77693FC292C8}" srcOrd="0" destOrd="0" presId="urn:microsoft.com/office/officeart/2005/8/layout/process2"/>
    <dgm:cxn modelId="{5124B909-1ECA-4B1C-B0F8-00D5D1EBCA1F}" type="presParOf" srcId="{600A8876-DBC1-4D3E-9902-E65AB0A68FCE}" destId="{CC4EE7FE-43F6-40E6-9D48-70964DF10DA1}" srcOrd="12" destOrd="0" presId="urn:microsoft.com/office/officeart/2005/8/layout/process2"/>
    <dgm:cxn modelId="{F30E68DE-EB6F-4AD0-B8DB-C225D1E850FC}" type="presParOf" srcId="{600A8876-DBC1-4D3E-9902-E65AB0A68FCE}" destId="{D5D713C5-0ED8-43C7-8F2C-4EE270F73E30}" srcOrd="13" destOrd="0" presId="urn:microsoft.com/office/officeart/2005/8/layout/process2"/>
    <dgm:cxn modelId="{2FA2DFDB-A5DC-4336-BBB3-2E92FE0F3557}" type="presParOf" srcId="{D5D713C5-0ED8-43C7-8F2C-4EE270F73E30}" destId="{4526E284-5811-495E-9FE0-43FF71679785}" srcOrd="0" destOrd="0" presId="urn:microsoft.com/office/officeart/2005/8/layout/process2"/>
    <dgm:cxn modelId="{8D583D7B-A82E-4A01-A9BD-359652FFCBF0}" type="presParOf" srcId="{600A8876-DBC1-4D3E-9902-E65AB0A68FCE}" destId="{341C04FF-BB5A-43D6-BBF9-9A7152B740F0}" srcOrd="14"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278B55-7AD4-437B-9FD9-4709D12D11D9}">
      <dsp:nvSpPr>
        <dsp:cNvPr id="0" name=""/>
        <dsp:cNvSpPr/>
      </dsp:nvSpPr>
      <dsp:spPr>
        <a:xfrm>
          <a:off x="2160189" y="3827"/>
          <a:ext cx="4694745" cy="453931"/>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tr-TR" sz="2800" b="0" i="0" kern="1200" dirty="0">
              <a:latin typeface="Times New Roman" panose="02020603050405020304" pitchFamily="18" charset="0"/>
              <a:cs typeface="Times New Roman" panose="02020603050405020304" pitchFamily="18" charset="0"/>
            </a:rPr>
            <a:t>Giriş–maske eşlemesi</a:t>
          </a:r>
          <a:endParaRPr lang="tr-TR" sz="2800" kern="1200" dirty="0">
            <a:latin typeface="Times New Roman" panose="02020603050405020304" pitchFamily="18" charset="0"/>
            <a:cs typeface="Times New Roman" panose="02020603050405020304" pitchFamily="18" charset="0"/>
          </a:endParaRPr>
        </a:p>
      </dsp:txBody>
      <dsp:txXfrm>
        <a:off x="2173484" y="17122"/>
        <a:ext cx="4668155" cy="427341"/>
      </dsp:txXfrm>
    </dsp:sp>
    <dsp:sp modelId="{B36166FA-8532-4B4E-955A-DFB4ED5E3AA3}">
      <dsp:nvSpPr>
        <dsp:cNvPr id="0" name=""/>
        <dsp:cNvSpPr/>
      </dsp:nvSpPr>
      <dsp:spPr>
        <a:xfrm rot="5400000">
          <a:off x="4422450" y="469108"/>
          <a:ext cx="170224" cy="204269"/>
        </a:xfrm>
        <a:prstGeom prst="rightArrow">
          <a:avLst>
            <a:gd name="adj1" fmla="val 60000"/>
            <a:gd name="adj2" fmla="val 50000"/>
          </a:avLst>
        </a:prstGeom>
        <a:gradFill rotWithShape="0">
          <a:gsLst>
            <a:gs pos="0">
              <a:schemeClr val="dk1">
                <a:tint val="60000"/>
                <a:hueOff val="0"/>
                <a:satOff val="0"/>
                <a:lumOff val="0"/>
                <a:alphaOff val="0"/>
                <a:lumMod val="110000"/>
                <a:satMod val="105000"/>
                <a:tint val="67000"/>
              </a:schemeClr>
            </a:gs>
            <a:gs pos="50000">
              <a:schemeClr val="dk1">
                <a:tint val="60000"/>
                <a:hueOff val="0"/>
                <a:satOff val="0"/>
                <a:lumOff val="0"/>
                <a:alphaOff val="0"/>
                <a:lumMod val="105000"/>
                <a:satMod val="103000"/>
                <a:tint val="73000"/>
              </a:schemeClr>
            </a:gs>
            <a:gs pos="100000">
              <a:schemeClr val="dk1">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tr-TR" sz="800" kern="1200"/>
        </a:p>
      </dsp:txBody>
      <dsp:txXfrm rot="-5400000">
        <a:off x="4446282" y="486131"/>
        <a:ext cx="122561" cy="119157"/>
      </dsp:txXfrm>
    </dsp:sp>
    <dsp:sp modelId="{58C65339-9766-4EE6-9465-F4D8EB5DB116}">
      <dsp:nvSpPr>
        <dsp:cNvPr id="0" name=""/>
        <dsp:cNvSpPr/>
      </dsp:nvSpPr>
      <dsp:spPr>
        <a:xfrm>
          <a:off x="3599698" y="684725"/>
          <a:ext cx="1815727" cy="453931"/>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tr-TR" sz="2800" b="0" i="0" kern="1200" dirty="0">
              <a:latin typeface="Times New Roman" panose="02020603050405020304" pitchFamily="18" charset="0"/>
              <a:cs typeface="Times New Roman" panose="02020603050405020304" pitchFamily="18" charset="0"/>
            </a:rPr>
            <a:t>Ön işleme</a:t>
          </a:r>
          <a:endParaRPr lang="tr-TR" sz="2800" kern="1200" dirty="0">
            <a:latin typeface="Times New Roman" panose="02020603050405020304" pitchFamily="18" charset="0"/>
            <a:cs typeface="Times New Roman" panose="02020603050405020304" pitchFamily="18" charset="0"/>
          </a:endParaRPr>
        </a:p>
      </dsp:txBody>
      <dsp:txXfrm>
        <a:off x="3612993" y="698020"/>
        <a:ext cx="1789137" cy="427341"/>
      </dsp:txXfrm>
    </dsp:sp>
    <dsp:sp modelId="{B05F5761-6294-4F09-B87F-78013A5810E6}">
      <dsp:nvSpPr>
        <dsp:cNvPr id="0" name=""/>
        <dsp:cNvSpPr/>
      </dsp:nvSpPr>
      <dsp:spPr>
        <a:xfrm rot="5400000">
          <a:off x="4422450" y="1150005"/>
          <a:ext cx="170224" cy="204269"/>
        </a:xfrm>
        <a:prstGeom prst="rightArrow">
          <a:avLst>
            <a:gd name="adj1" fmla="val 60000"/>
            <a:gd name="adj2" fmla="val 50000"/>
          </a:avLst>
        </a:prstGeom>
        <a:gradFill rotWithShape="0">
          <a:gsLst>
            <a:gs pos="0">
              <a:schemeClr val="dk1">
                <a:tint val="60000"/>
                <a:hueOff val="0"/>
                <a:satOff val="0"/>
                <a:lumOff val="0"/>
                <a:alphaOff val="0"/>
                <a:lumMod val="110000"/>
                <a:satMod val="105000"/>
                <a:tint val="67000"/>
              </a:schemeClr>
            </a:gs>
            <a:gs pos="50000">
              <a:schemeClr val="dk1">
                <a:tint val="60000"/>
                <a:hueOff val="0"/>
                <a:satOff val="0"/>
                <a:lumOff val="0"/>
                <a:alphaOff val="0"/>
                <a:lumMod val="105000"/>
                <a:satMod val="103000"/>
                <a:tint val="73000"/>
              </a:schemeClr>
            </a:gs>
            <a:gs pos="100000">
              <a:schemeClr val="dk1">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tr-TR" sz="800" kern="1200"/>
        </a:p>
      </dsp:txBody>
      <dsp:txXfrm rot="-5400000">
        <a:off x="4446282" y="1167028"/>
        <a:ext cx="122561" cy="119157"/>
      </dsp:txXfrm>
    </dsp:sp>
    <dsp:sp modelId="{97E007FD-9EAC-4019-85D7-EF554233ED0C}">
      <dsp:nvSpPr>
        <dsp:cNvPr id="0" name=""/>
        <dsp:cNvSpPr/>
      </dsp:nvSpPr>
      <dsp:spPr>
        <a:xfrm>
          <a:off x="1718332" y="1365623"/>
          <a:ext cx="5578460" cy="453931"/>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tr-TR" sz="2800" b="0" i="0" kern="1200" dirty="0">
              <a:latin typeface="Times New Roman" panose="02020603050405020304" pitchFamily="18" charset="0"/>
              <a:cs typeface="Times New Roman" panose="02020603050405020304" pitchFamily="18" charset="0"/>
            </a:rPr>
            <a:t>Bağlı Bileşen Analizi (CCL)</a:t>
          </a:r>
          <a:endParaRPr lang="tr-TR" sz="2800" kern="1200" dirty="0">
            <a:latin typeface="Times New Roman" panose="02020603050405020304" pitchFamily="18" charset="0"/>
            <a:cs typeface="Times New Roman" panose="02020603050405020304" pitchFamily="18" charset="0"/>
          </a:endParaRPr>
        </a:p>
      </dsp:txBody>
      <dsp:txXfrm>
        <a:off x="1731627" y="1378918"/>
        <a:ext cx="5551870" cy="427341"/>
      </dsp:txXfrm>
    </dsp:sp>
    <dsp:sp modelId="{134DAFC3-4CF6-4307-931C-62491C8C48B3}">
      <dsp:nvSpPr>
        <dsp:cNvPr id="0" name=""/>
        <dsp:cNvSpPr/>
      </dsp:nvSpPr>
      <dsp:spPr>
        <a:xfrm rot="5400000">
          <a:off x="4402678" y="1822884"/>
          <a:ext cx="170224" cy="204269"/>
        </a:xfrm>
        <a:prstGeom prst="rightArrow">
          <a:avLst>
            <a:gd name="adj1" fmla="val 60000"/>
            <a:gd name="adj2" fmla="val 50000"/>
          </a:avLst>
        </a:prstGeom>
        <a:gradFill rotWithShape="0">
          <a:gsLst>
            <a:gs pos="0">
              <a:schemeClr val="dk1">
                <a:tint val="60000"/>
                <a:hueOff val="0"/>
                <a:satOff val="0"/>
                <a:lumOff val="0"/>
                <a:alphaOff val="0"/>
                <a:lumMod val="110000"/>
                <a:satMod val="105000"/>
                <a:tint val="67000"/>
              </a:schemeClr>
            </a:gs>
            <a:gs pos="50000">
              <a:schemeClr val="dk1">
                <a:tint val="60000"/>
                <a:hueOff val="0"/>
                <a:satOff val="0"/>
                <a:lumOff val="0"/>
                <a:alphaOff val="0"/>
                <a:lumMod val="105000"/>
                <a:satMod val="103000"/>
                <a:tint val="73000"/>
              </a:schemeClr>
            </a:gs>
            <a:gs pos="100000">
              <a:schemeClr val="dk1">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tr-TR" sz="800" kern="1200"/>
        </a:p>
      </dsp:txBody>
      <dsp:txXfrm rot="-5400000">
        <a:off x="4426510" y="1839907"/>
        <a:ext cx="122561" cy="119157"/>
      </dsp:txXfrm>
    </dsp:sp>
    <dsp:sp modelId="{39CAEDDF-FB72-4FB5-8210-5FB5DE6C3702}">
      <dsp:nvSpPr>
        <dsp:cNvPr id="0" name=""/>
        <dsp:cNvSpPr/>
      </dsp:nvSpPr>
      <dsp:spPr>
        <a:xfrm>
          <a:off x="2276795" y="2046521"/>
          <a:ext cx="4461533" cy="453931"/>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tr-TR" sz="2800" b="0" i="0" kern="1200">
              <a:latin typeface="Times New Roman" panose="02020603050405020304" pitchFamily="18" charset="0"/>
              <a:cs typeface="Times New Roman" panose="02020603050405020304" pitchFamily="18" charset="0"/>
            </a:rPr>
            <a:t>Kontur çıkarımı</a:t>
          </a:r>
          <a:endParaRPr lang="tr-TR" sz="2800" kern="1200">
            <a:latin typeface="Times New Roman" panose="02020603050405020304" pitchFamily="18" charset="0"/>
            <a:cs typeface="Times New Roman" panose="02020603050405020304" pitchFamily="18" charset="0"/>
          </a:endParaRPr>
        </a:p>
      </dsp:txBody>
      <dsp:txXfrm>
        <a:off x="2290090" y="2059816"/>
        <a:ext cx="4434943" cy="427341"/>
      </dsp:txXfrm>
    </dsp:sp>
    <dsp:sp modelId="{AEF01C44-3333-4ED4-A87D-AD8FB30B1278}">
      <dsp:nvSpPr>
        <dsp:cNvPr id="0" name=""/>
        <dsp:cNvSpPr/>
      </dsp:nvSpPr>
      <dsp:spPr>
        <a:xfrm rot="5400000">
          <a:off x="4513642" y="2547436"/>
          <a:ext cx="125208" cy="201903"/>
        </a:xfrm>
        <a:prstGeom prst="rightArrow">
          <a:avLst>
            <a:gd name="adj1" fmla="val 60000"/>
            <a:gd name="adj2" fmla="val 50000"/>
          </a:avLst>
        </a:prstGeom>
        <a:gradFill rotWithShape="0">
          <a:gsLst>
            <a:gs pos="0">
              <a:schemeClr val="dk1">
                <a:tint val="60000"/>
                <a:hueOff val="0"/>
                <a:satOff val="0"/>
                <a:lumOff val="0"/>
                <a:alphaOff val="0"/>
                <a:lumMod val="110000"/>
                <a:satMod val="105000"/>
                <a:tint val="67000"/>
              </a:schemeClr>
            </a:gs>
            <a:gs pos="50000">
              <a:schemeClr val="dk1">
                <a:tint val="60000"/>
                <a:hueOff val="0"/>
                <a:satOff val="0"/>
                <a:lumOff val="0"/>
                <a:alphaOff val="0"/>
                <a:lumMod val="105000"/>
                <a:satMod val="103000"/>
                <a:tint val="73000"/>
              </a:schemeClr>
            </a:gs>
            <a:gs pos="100000">
              <a:schemeClr val="dk1">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tr-TR" sz="600" kern="1200"/>
        </a:p>
      </dsp:txBody>
      <dsp:txXfrm rot="-5400000">
        <a:off x="4515676" y="2585783"/>
        <a:ext cx="121141" cy="87646"/>
      </dsp:txXfrm>
    </dsp:sp>
    <dsp:sp modelId="{40038318-4423-4CA0-8519-F23AE0BE5D42}">
      <dsp:nvSpPr>
        <dsp:cNvPr id="0" name=""/>
        <dsp:cNvSpPr/>
      </dsp:nvSpPr>
      <dsp:spPr>
        <a:xfrm>
          <a:off x="2559086" y="2727419"/>
          <a:ext cx="3896951" cy="453931"/>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tr-TR" sz="2800" b="0" i="0" kern="1200" dirty="0">
              <a:latin typeface="Times New Roman" panose="02020603050405020304" pitchFamily="18" charset="0"/>
              <a:cs typeface="Times New Roman" panose="02020603050405020304" pitchFamily="18" charset="0"/>
            </a:rPr>
            <a:t>Şekil özellikleri</a:t>
          </a:r>
          <a:endParaRPr lang="tr-TR" sz="2800" kern="1200" dirty="0">
            <a:latin typeface="Times New Roman" panose="02020603050405020304" pitchFamily="18" charset="0"/>
            <a:cs typeface="Times New Roman" panose="02020603050405020304" pitchFamily="18" charset="0"/>
          </a:endParaRPr>
        </a:p>
      </dsp:txBody>
      <dsp:txXfrm>
        <a:off x="2572381" y="2740714"/>
        <a:ext cx="3870361" cy="427341"/>
      </dsp:txXfrm>
    </dsp:sp>
    <dsp:sp modelId="{A12BB194-296D-421D-BD30-8E09FF6AB8B4}">
      <dsp:nvSpPr>
        <dsp:cNvPr id="0" name=""/>
        <dsp:cNvSpPr/>
      </dsp:nvSpPr>
      <dsp:spPr>
        <a:xfrm rot="5400000">
          <a:off x="4422450" y="3192699"/>
          <a:ext cx="170224" cy="204269"/>
        </a:xfrm>
        <a:prstGeom prst="rightArrow">
          <a:avLst>
            <a:gd name="adj1" fmla="val 60000"/>
            <a:gd name="adj2" fmla="val 50000"/>
          </a:avLst>
        </a:prstGeom>
        <a:gradFill rotWithShape="0">
          <a:gsLst>
            <a:gs pos="0">
              <a:schemeClr val="dk1">
                <a:tint val="60000"/>
                <a:hueOff val="0"/>
                <a:satOff val="0"/>
                <a:lumOff val="0"/>
                <a:alphaOff val="0"/>
                <a:lumMod val="110000"/>
                <a:satMod val="105000"/>
                <a:tint val="67000"/>
              </a:schemeClr>
            </a:gs>
            <a:gs pos="50000">
              <a:schemeClr val="dk1">
                <a:tint val="60000"/>
                <a:hueOff val="0"/>
                <a:satOff val="0"/>
                <a:lumOff val="0"/>
                <a:alphaOff val="0"/>
                <a:lumMod val="105000"/>
                <a:satMod val="103000"/>
                <a:tint val="73000"/>
              </a:schemeClr>
            </a:gs>
            <a:gs pos="100000">
              <a:schemeClr val="dk1">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tr-TR" sz="800" kern="1200"/>
        </a:p>
      </dsp:txBody>
      <dsp:txXfrm rot="-5400000">
        <a:off x="4446282" y="3209722"/>
        <a:ext cx="122561" cy="119157"/>
      </dsp:txXfrm>
    </dsp:sp>
    <dsp:sp modelId="{D3B5AFFA-38BE-4A64-BEDF-D9DC2035D06D}">
      <dsp:nvSpPr>
        <dsp:cNvPr id="0" name=""/>
        <dsp:cNvSpPr/>
      </dsp:nvSpPr>
      <dsp:spPr>
        <a:xfrm>
          <a:off x="1926986" y="3408317"/>
          <a:ext cx="5161151" cy="453931"/>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tr-TR" sz="2800" b="0" i="0" kern="1200" dirty="0">
              <a:latin typeface="Times New Roman" panose="02020603050405020304" pitchFamily="18" charset="0"/>
              <a:cs typeface="Times New Roman" panose="02020603050405020304" pitchFamily="18" charset="0"/>
            </a:rPr>
            <a:t>Kural tabanlı etiketleme</a:t>
          </a:r>
          <a:endParaRPr lang="tr-TR" sz="2800" kern="1200" dirty="0">
            <a:latin typeface="Times New Roman" panose="02020603050405020304" pitchFamily="18" charset="0"/>
            <a:cs typeface="Times New Roman" panose="02020603050405020304" pitchFamily="18" charset="0"/>
          </a:endParaRPr>
        </a:p>
      </dsp:txBody>
      <dsp:txXfrm>
        <a:off x="1940281" y="3421612"/>
        <a:ext cx="5134561" cy="427341"/>
      </dsp:txXfrm>
    </dsp:sp>
    <dsp:sp modelId="{9EFE73FC-FF7A-47DE-AD3D-FB2FE089A452}">
      <dsp:nvSpPr>
        <dsp:cNvPr id="0" name=""/>
        <dsp:cNvSpPr/>
      </dsp:nvSpPr>
      <dsp:spPr>
        <a:xfrm rot="5400000">
          <a:off x="4422450" y="3873597"/>
          <a:ext cx="170224" cy="204269"/>
        </a:xfrm>
        <a:prstGeom prst="rightArrow">
          <a:avLst>
            <a:gd name="adj1" fmla="val 60000"/>
            <a:gd name="adj2" fmla="val 50000"/>
          </a:avLst>
        </a:prstGeom>
        <a:gradFill rotWithShape="0">
          <a:gsLst>
            <a:gs pos="0">
              <a:schemeClr val="dk1">
                <a:tint val="60000"/>
                <a:hueOff val="0"/>
                <a:satOff val="0"/>
                <a:lumOff val="0"/>
                <a:alphaOff val="0"/>
                <a:lumMod val="110000"/>
                <a:satMod val="105000"/>
                <a:tint val="67000"/>
              </a:schemeClr>
            </a:gs>
            <a:gs pos="50000">
              <a:schemeClr val="dk1">
                <a:tint val="60000"/>
                <a:hueOff val="0"/>
                <a:satOff val="0"/>
                <a:lumOff val="0"/>
                <a:alphaOff val="0"/>
                <a:lumMod val="105000"/>
                <a:satMod val="103000"/>
                <a:tint val="73000"/>
              </a:schemeClr>
            </a:gs>
            <a:gs pos="100000">
              <a:schemeClr val="dk1">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tr-TR" sz="800" kern="1200"/>
        </a:p>
      </dsp:txBody>
      <dsp:txXfrm rot="-5400000">
        <a:off x="4446282" y="3890620"/>
        <a:ext cx="122561" cy="119157"/>
      </dsp:txXfrm>
    </dsp:sp>
    <dsp:sp modelId="{CC4EE7FE-43F6-40E6-9D48-70964DF10DA1}">
      <dsp:nvSpPr>
        <dsp:cNvPr id="0" name=""/>
        <dsp:cNvSpPr/>
      </dsp:nvSpPr>
      <dsp:spPr>
        <a:xfrm>
          <a:off x="2301344" y="4089215"/>
          <a:ext cx="4412436" cy="453931"/>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tr-TR" sz="2800" b="0" i="0" kern="1200" dirty="0">
              <a:latin typeface="Times New Roman" panose="02020603050405020304" pitchFamily="18" charset="0"/>
              <a:cs typeface="Times New Roman" panose="02020603050405020304" pitchFamily="18" charset="0"/>
            </a:rPr>
            <a:t>Görselleştirme</a:t>
          </a:r>
          <a:endParaRPr lang="tr-TR" sz="2800" kern="1200" dirty="0">
            <a:latin typeface="Times New Roman" panose="02020603050405020304" pitchFamily="18" charset="0"/>
            <a:cs typeface="Times New Roman" panose="02020603050405020304" pitchFamily="18" charset="0"/>
          </a:endParaRPr>
        </a:p>
      </dsp:txBody>
      <dsp:txXfrm>
        <a:off x="2314639" y="4102510"/>
        <a:ext cx="4385846" cy="427341"/>
      </dsp:txXfrm>
    </dsp:sp>
    <dsp:sp modelId="{D5D713C5-0ED8-43C7-8F2C-4EE270F73E30}">
      <dsp:nvSpPr>
        <dsp:cNvPr id="0" name=""/>
        <dsp:cNvSpPr/>
      </dsp:nvSpPr>
      <dsp:spPr>
        <a:xfrm rot="5400000">
          <a:off x="4422450" y="4554495"/>
          <a:ext cx="170224" cy="204269"/>
        </a:xfrm>
        <a:prstGeom prst="rightArrow">
          <a:avLst>
            <a:gd name="adj1" fmla="val 60000"/>
            <a:gd name="adj2" fmla="val 50000"/>
          </a:avLst>
        </a:prstGeom>
        <a:gradFill rotWithShape="0">
          <a:gsLst>
            <a:gs pos="0">
              <a:schemeClr val="dk1">
                <a:tint val="60000"/>
                <a:hueOff val="0"/>
                <a:satOff val="0"/>
                <a:lumOff val="0"/>
                <a:alphaOff val="0"/>
                <a:lumMod val="110000"/>
                <a:satMod val="105000"/>
                <a:tint val="67000"/>
              </a:schemeClr>
            </a:gs>
            <a:gs pos="50000">
              <a:schemeClr val="dk1">
                <a:tint val="60000"/>
                <a:hueOff val="0"/>
                <a:satOff val="0"/>
                <a:lumOff val="0"/>
                <a:alphaOff val="0"/>
                <a:lumMod val="105000"/>
                <a:satMod val="103000"/>
                <a:tint val="73000"/>
              </a:schemeClr>
            </a:gs>
            <a:gs pos="100000">
              <a:schemeClr val="dk1">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tr-TR" sz="800" kern="1200"/>
        </a:p>
      </dsp:txBody>
      <dsp:txXfrm rot="-5400000">
        <a:off x="4446282" y="4571518"/>
        <a:ext cx="122561" cy="119157"/>
      </dsp:txXfrm>
    </dsp:sp>
    <dsp:sp modelId="{341C04FF-BB5A-43D6-BBF9-9A7152B740F0}">
      <dsp:nvSpPr>
        <dsp:cNvPr id="0" name=""/>
        <dsp:cNvSpPr/>
      </dsp:nvSpPr>
      <dsp:spPr>
        <a:xfrm>
          <a:off x="2982541" y="4770113"/>
          <a:ext cx="3050041" cy="453931"/>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tr-TR" sz="2800" b="0" i="0" kern="1200" dirty="0">
              <a:latin typeface="Times New Roman" panose="02020603050405020304" pitchFamily="18" charset="0"/>
              <a:cs typeface="Times New Roman" panose="02020603050405020304" pitchFamily="18" charset="0"/>
            </a:rPr>
            <a:t>Raporlama</a:t>
          </a:r>
          <a:endParaRPr lang="tr-TR" sz="1800" kern="1200" dirty="0">
            <a:latin typeface="Times New Roman" panose="02020603050405020304" pitchFamily="18" charset="0"/>
            <a:cs typeface="Times New Roman" panose="02020603050405020304" pitchFamily="18" charset="0"/>
          </a:endParaRPr>
        </a:p>
      </dsp:txBody>
      <dsp:txXfrm>
        <a:off x="2995836" y="4783408"/>
        <a:ext cx="3023451" cy="427341"/>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a:extLst>
              <a:ext uri="{FF2B5EF4-FFF2-40B4-BE49-F238E27FC236}">
                <a16:creationId xmlns:a16="http://schemas.microsoft.com/office/drawing/2014/main" id="{4C5AC9BB-5E75-442C-8B7F-D5E7EF0C38B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a:extLst>
              <a:ext uri="{FF2B5EF4-FFF2-40B4-BE49-F238E27FC236}">
                <a16:creationId xmlns:a16="http://schemas.microsoft.com/office/drawing/2014/main" id="{6B996F32-CA88-45A7-A7D9-B072DFED206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tr-TR"/>
              <a:t>19.12.2025</a:t>
            </a:r>
          </a:p>
        </p:txBody>
      </p:sp>
      <p:sp>
        <p:nvSpPr>
          <p:cNvPr id="4" name="Alt Bilgi Yer Tutucusu 3">
            <a:extLst>
              <a:ext uri="{FF2B5EF4-FFF2-40B4-BE49-F238E27FC236}">
                <a16:creationId xmlns:a16="http://schemas.microsoft.com/office/drawing/2014/main" id="{EB7371CB-D22F-4895-A338-38CFAA21F93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5" name="Slayt Numarası Yer Tutucusu 4">
            <a:extLst>
              <a:ext uri="{FF2B5EF4-FFF2-40B4-BE49-F238E27FC236}">
                <a16:creationId xmlns:a16="http://schemas.microsoft.com/office/drawing/2014/main" id="{48E798DB-44BB-4408-B8C0-CE277099B75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6AF8CB0-DA26-4856-9E9D-B333B84FD924}" type="slidenum">
              <a:rPr lang="tr-TR" smtClean="0"/>
              <a:t>‹#›</a:t>
            </a:fld>
            <a:endParaRPr lang="tr-TR"/>
          </a:p>
        </p:txBody>
      </p:sp>
    </p:spTree>
    <p:extLst>
      <p:ext uri="{BB962C8B-B14F-4D97-AF65-F5344CB8AC3E}">
        <p14:creationId xmlns:p14="http://schemas.microsoft.com/office/powerpoint/2010/main" val="25329420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r>
              <a:rPr lang="tr-TR"/>
              <a:t>19.12.2025</a:t>
            </a: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DAB35E-0163-4AA0-8748-D55625B94943}" type="slidenum">
              <a:rPr lang="tr-TR" smtClean="0"/>
              <a:t>‹#›</a:t>
            </a:fld>
            <a:endParaRPr lang="tr-TR"/>
          </a:p>
        </p:txBody>
      </p:sp>
    </p:spTree>
    <p:extLst>
      <p:ext uri="{BB962C8B-B14F-4D97-AF65-F5344CB8AC3E}">
        <p14:creationId xmlns:p14="http://schemas.microsoft.com/office/powerpoint/2010/main" val="3175003576"/>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D3364C0-C948-4A07-A594-48B197626860}"/>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8EBBBE52-E0BE-4560-A1BE-F954A2BEF2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90428047-5EA7-408F-B1D2-681FD46514BB}"/>
              </a:ext>
            </a:extLst>
          </p:cNvPr>
          <p:cNvSpPr>
            <a:spLocks noGrp="1"/>
          </p:cNvSpPr>
          <p:nvPr>
            <p:ph type="dt" sz="half" idx="10"/>
          </p:nvPr>
        </p:nvSpPr>
        <p:spPr/>
        <p:txBody>
          <a:bodyPr/>
          <a:lstStyle/>
          <a:p>
            <a:endParaRPr lang="tr-TR"/>
          </a:p>
        </p:txBody>
      </p:sp>
      <p:sp>
        <p:nvSpPr>
          <p:cNvPr id="5" name="Alt Bilgi Yer Tutucusu 4">
            <a:extLst>
              <a:ext uri="{FF2B5EF4-FFF2-40B4-BE49-F238E27FC236}">
                <a16:creationId xmlns:a16="http://schemas.microsoft.com/office/drawing/2014/main" id="{19CC2555-5183-467A-8D3B-50E99822AAA8}"/>
              </a:ext>
            </a:extLst>
          </p:cNvPr>
          <p:cNvSpPr>
            <a:spLocks noGrp="1"/>
          </p:cNvSpPr>
          <p:nvPr>
            <p:ph type="ftr" sz="quarter" idx="11"/>
          </p:nvPr>
        </p:nvSpPr>
        <p:spPr/>
        <p:txBody>
          <a:bodyPr/>
          <a:lstStyle/>
          <a:p>
            <a:r>
              <a:rPr lang="fr-FR"/>
              <a:t>SUNUM BAŞLIĞI/ ADI SOYADI</a:t>
            </a:r>
            <a:endParaRPr lang="tr-TR"/>
          </a:p>
        </p:txBody>
      </p:sp>
      <p:sp>
        <p:nvSpPr>
          <p:cNvPr id="6" name="Slayt Numarası Yer Tutucusu 5">
            <a:extLst>
              <a:ext uri="{FF2B5EF4-FFF2-40B4-BE49-F238E27FC236}">
                <a16:creationId xmlns:a16="http://schemas.microsoft.com/office/drawing/2014/main" id="{03302B32-49B2-4BBF-B873-9653AA731323}"/>
              </a:ext>
            </a:extLst>
          </p:cNvPr>
          <p:cNvSpPr>
            <a:spLocks noGrp="1"/>
          </p:cNvSpPr>
          <p:nvPr>
            <p:ph type="sldNum" sz="quarter" idx="12"/>
          </p:nvPr>
        </p:nvSpPr>
        <p:spPr/>
        <p:txBody>
          <a:bodyPr/>
          <a:lstStyle/>
          <a:p>
            <a:fld id="{E871C15D-3E34-4DBE-AB9F-08EBE446C561}" type="slidenum">
              <a:rPr lang="tr-TR" smtClean="0"/>
              <a:pPr/>
              <a:t>‹#›</a:t>
            </a:fld>
            <a:r>
              <a:rPr lang="tr-TR" dirty="0"/>
              <a:t>/25</a:t>
            </a:r>
          </a:p>
        </p:txBody>
      </p:sp>
    </p:spTree>
    <p:extLst>
      <p:ext uri="{BB962C8B-B14F-4D97-AF65-F5344CB8AC3E}">
        <p14:creationId xmlns:p14="http://schemas.microsoft.com/office/powerpoint/2010/main" val="2298356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F4E49D5-9C52-4979-A5CF-66B810140C7A}"/>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C4C13081-5C1E-4244-B40B-FD73C3F5BB76}"/>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Alt Bilgi Yer Tutucusu 4">
            <a:extLst>
              <a:ext uri="{FF2B5EF4-FFF2-40B4-BE49-F238E27FC236}">
                <a16:creationId xmlns:a16="http://schemas.microsoft.com/office/drawing/2014/main" id="{B4B093E1-D7B4-4A24-8593-8D3BA427C8AF}"/>
              </a:ext>
            </a:extLst>
          </p:cNvPr>
          <p:cNvSpPr>
            <a:spLocks noGrp="1"/>
          </p:cNvSpPr>
          <p:nvPr>
            <p:ph type="ftr" sz="quarter" idx="11"/>
          </p:nvPr>
        </p:nvSpPr>
        <p:spPr>
          <a:xfrm>
            <a:off x="739588" y="6356350"/>
            <a:ext cx="4114800" cy="365125"/>
          </a:xfrm>
        </p:spPr>
        <p:txBody>
          <a:bodyPr/>
          <a:lstStyle>
            <a:lvl1pPr algn="l">
              <a:defRPr/>
            </a:lvl1pPr>
          </a:lstStyle>
          <a:p>
            <a:r>
              <a:rPr lang="fr-FR" dirty="0"/>
              <a:t>SUNUM BAŞLIĞI/ ADI SOYADI</a:t>
            </a:r>
            <a:endParaRPr lang="tr-TR" dirty="0"/>
          </a:p>
        </p:txBody>
      </p:sp>
      <p:sp>
        <p:nvSpPr>
          <p:cNvPr id="6" name="Slayt Numarası Yer Tutucusu 5">
            <a:extLst>
              <a:ext uri="{FF2B5EF4-FFF2-40B4-BE49-F238E27FC236}">
                <a16:creationId xmlns:a16="http://schemas.microsoft.com/office/drawing/2014/main" id="{C0C2C9D4-C655-4CD4-A862-C76D2F8B1D1A}"/>
              </a:ext>
            </a:extLst>
          </p:cNvPr>
          <p:cNvSpPr>
            <a:spLocks noGrp="1"/>
          </p:cNvSpPr>
          <p:nvPr>
            <p:ph type="sldNum" sz="quarter" idx="12"/>
          </p:nvPr>
        </p:nvSpPr>
        <p:spPr/>
        <p:txBody>
          <a:bodyPr/>
          <a:lstStyle/>
          <a:p>
            <a:fld id="{E92BF3B9-6EE5-47AC-BBFA-416823C8F6D3}" type="slidenum">
              <a:rPr lang="tr-TR" smtClean="0"/>
              <a:pPr/>
              <a:t>‹#›</a:t>
            </a:fld>
            <a:r>
              <a:rPr lang="tr-TR" dirty="0"/>
              <a:t>/25</a:t>
            </a:r>
          </a:p>
        </p:txBody>
      </p:sp>
    </p:spTree>
    <p:extLst>
      <p:ext uri="{BB962C8B-B14F-4D97-AF65-F5344CB8AC3E}">
        <p14:creationId xmlns:p14="http://schemas.microsoft.com/office/powerpoint/2010/main" val="645251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FED7F42-D1DE-432B-8CA7-2B5BA5FF7850}"/>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6B0B8842-CB31-48DE-ADFF-C6010A6C47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5" name="Alt Bilgi Yer Tutucusu 4">
            <a:extLst>
              <a:ext uri="{FF2B5EF4-FFF2-40B4-BE49-F238E27FC236}">
                <a16:creationId xmlns:a16="http://schemas.microsoft.com/office/drawing/2014/main" id="{3B36D824-E8FE-4DBA-875F-7566B4B00D01}"/>
              </a:ext>
            </a:extLst>
          </p:cNvPr>
          <p:cNvSpPr>
            <a:spLocks noGrp="1"/>
          </p:cNvSpPr>
          <p:nvPr>
            <p:ph type="ftr" sz="quarter" idx="11"/>
          </p:nvPr>
        </p:nvSpPr>
        <p:spPr>
          <a:xfrm>
            <a:off x="838200" y="6356349"/>
            <a:ext cx="4114800" cy="365125"/>
          </a:xfrm>
        </p:spPr>
        <p:txBody>
          <a:bodyPr/>
          <a:lstStyle>
            <a:lvl1pPr algn="l">
              <a:defRPr/>
            </a:lvl1pPr>
          </a:lstStyle>
          <a:p>
            <a:r>
              <a:rPr lang="fr-FR"/>
              <a:t>SUNUM BAŞLIĞI/ ADI SOYADI</a:t>
            </a:r>
            <a:endParaRPr lang="tr-TR"/>
          </a:p>
        </p:txBody>
      </p:sp>
      <p:sp>
        <p:nvSpPr>
          <p:cNvPr id="6" name="Slayt Numarası Yer Tutucusu 5">
            <a:extLst>
              <a:ext uri="{FF2B5EF4-FFF2-40B4-BE49-F238E27FC236}">
                <a16:creationId xmlns:a16="http://schemas.microsoft.com/office/drawing/2014/main" id="{1FBECDB1-278D-4436-B1E0-F5C4FFD04D4A}"/>
              </a:ext>
            </a:extLst>
          </p:cNvPr>
          <p:cNvSpPr>
            <a:spLocks noGrp="1"/>
          </p:cNvSpPr>
          <p:nvPr>
            <p:ph type="sldNum" sz="quarter" idx="12"/>
          </p:nvPr>
        </p:nvSpPr>
        <p:spPr/>
        <p:txBody>
          <a:bodyPr/>
          <a:lstStyle/>
          <a:p>
            <a:fld id="{E871C15D-3E34-4DBE-AB9F-08EBE446C561}" type="slidenum">
              <a:rPr lang="tr-TR" smtClean="0"/>
              <a:t>‹#›</a:t>
            </a:fld>
            <a:endParaRPr lang="tr-TR"/>
          </a:p>
        </p:txBody>
      </p:sp>
    </p:spTree>
    <p:extLst>
      <p:ext uri="{BB962C8B-B14F-4D97-AF65-F5344CB8AC3E}">
        <p14:creationId xmlns:p14="http://schemas.microsoft.com/office/powerpoint/2010/main" val="2194839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51FD88-9F0B-440F-ACBB-43CBA6CEE976}"/>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78F5290A-7D66-4A9F-89BC-56CEEBCD2772}"/>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C9D77CFA-95A2-475D-8F9D-BF068D92B660}"/>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EE100231-8F74-4691-A3EC-F9BE8E4A3BF7}"/>
              </a:ext>
            </a:extLst>
          </p:cNvPr>
          <p:cNvSpPr>
            <a:spLocks noGrp="1"/>
          </p:cNvSpPr>
          <p:nvPr>
            <p:ph type="dt" sz="half" idx="10"/>
          </p:nvPr>
        </p:nvSpPr>
        <p:spPr/>
        <p:txBody>
          <a:bodyPr/>
          <a:lstStyle/>
          <a:p>
            <a:endParaRPr lang="tr-TR"/>
          </a:p>
        </p:txBody>
      </p:sp>
      <p:sp>
        <p:nvSpPr>
          <p:cNvPr id="6" name="Alt Bilgi Yer Tutucusu 5">
            <a:extLst>
              <a:ext uri="{FF2B5EF4-FFF2-40B4-BE49-F238E27FC236}">
                <a16:creationId xmlns:a16="http://schemas.microsoft.com/office/drawing/2014/main" id="{3ABB0E34-BFBC-4DA5-947E-9EC4805673A9}"/>
              </a:ext>
            </a:extLst>
          </p:cNvPr>
          <p:cNvSpPr>
            <a:spLocks noGrp="1"/>
          </p:cNvSpPr>
          <p:nvPr>
            <p:ph type="ftr" sz="quarter" idx="11"/>
          </p:nvPr>
        </p:nvSpPr>
        <p:spPr/>
        <p:txBody>
          <a:bodyPr/>
          <a:lstStyle/>
          <a:p>
            <a:r>
              <a:rPr lang="fr-FR"/>
              <a:t>SUNUM BAŞLIĞI/ ADI SOYADI</a:t>
            </a:r>
            <a:endParaRPr lang="tr-TR"/>
          </a:p>
        </p:txBody>
      </p:sp>
      <p:sp>
        <p:nvSpPr>
          <p:cNvPr id="7" name="Slayt Numarası Yer Tutucusu 6">
            <a:extLst>
              <a:ext uri="{FF2B5EF4-FFF2-40B4-BE49-F238E27FC236}">
                <a16:creationId xmlns:a16="http://schemas.microsoft.com/office/drawing/2014/main" id="{F487A636-60FD-4D2F-ABDB-21CAD5AD9BA9}"/>
              </a:ext>
            </a:extLst>
          </p:cNvPr>
          <p:cNvSpPr>
            <a:spLocks noGrp="1"/>
          </p:cNvSpPr>
          <p:nvPr>
            <p:ph type="sldNum" sz="quarter" idx="12"/>
          </p:nvPr>
        </p:nvSpPr>
        <p:spPr/>
        <p:txBody>
          <a:bodyPr/>
          <a:lstStyle/>
          <a:p>
            <a:fld id="{E871C15D-3E34-4DBE-AB9F-08EBE446C561}" type="slidenum">
              <a:rPr lang="tr-TR" smtClean="0"/>
              <a:t>‹#›</a:t>
            </a:fld>
            <a:endParaRPr lang="tr-TR"/>
          </a:p>
        </p:txBody>
      </p:sp>
    </p:spTree>
    <p:extLst>
      <p:ext uri="{BB962C8B-B14F-4D97-AF65-F5344CB8AC3E}">
        <p14:creationId xmlns:p14="http://schemas.microsoft.com/office/powerpoint/2010/main" val="1012684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CDA01CF-3FDC-4138-99D7-0FE504D7C152}"/>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F311E5F5-E788-40E9-979F-7204065B80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2AFF34B2-93AB-4627-9E69-7868BAB874F7}"/>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E2D2CF16-D4D3-4D95-9F96-9C2D2CD7C5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8E839D93-B5AC-445E-B7D3-E03435BC20EF}"/>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CD8207E5-DB7C-4EBE-81F7-472C9AB15EF7}"/>
              </a:ext>
            </a:extLst>
          </p:cNvPr>
          <p:cNvSpPr>
            <a:spLocks noGrp="1"/>
          </p:cNvSpPr>
          <p:nvPr>
            <p:ph type="dt" sz="half" idx="10"/>
          </p:nvPr>
        </p:nvSpPr>
        <p:spPr/>
        <p:txBody>
          <a:bodyPr/>
          <a:lstStyle/>
          <a:p>
            <a:endParaRPr lang="tr-TR"/>
          </a:p>
        </p:txBody>
      </p:sp>
      <p:sp>
        <p:nvSpPr>
          <p:cNvPr id="8" name="Alt Bilgi Yer Tutucusu 7">
            <a:extLst>
              <a:ext uri="{FF2B5EF4-FFF2-40B4-BE49-F238E27FC236}">
                <a16:creationId xmlns:a16="http://schemas.microsoft.com/office/drawing/2014/main" id="{81B9C714-580A-4901-A0A6-A458F08D1F4E}"/>
              </a:ext>
            </a:extLst>
          </p:cNvPr>
          <p:cNvSpPr>
            <a:spLocks noGrp="1"/>
          </p:cNvSpPr>
          <p:nvPr>
            <p:ph type="ftr" sz="quarter" idx="11"/>
          </p:nvPr>
        </p:nvSpPr>
        <p:spPr/>
        <p:txBody>
          <a:bodyPr/>
          <a:lstStyle/>
          <a:p>
            <a:r>
              <a:rPr lang="fr-FR"/>
              <a:t>SUNUM BAŞLIĞI/ ADI SOYADI</a:t>
            </a:r>
            <a:endParaRPr lang="tr-TR"/>
          </a:p>
        </p:txBody>
      </p:sp>
      <p:sp>
        <p:nvSpPr>
          <p:cNvPr id="9" name="Slayt Numarası Yer Tutucusu 8">
            <a:extLst>
              <a:ext uri="{FF2B5EF4-FFF2-40B4-BE49-F238E27FC236}">
                <a16:creationId xmlns:a16="http://schemas.microsoft.com/office/drawing/2014/main" id="{D2A2C62C-41CF-448D-A76E-E7A626356EE5}"/>
              </a:ext>
            </a:extLst>
          </p:cNvPr>
          <p:cNvSpPr>
            <a:spLocks noGrp="1"/>
          </p:cNvSpPr>
          <p:nvPr>
            <p:ph type="sldNum" sz="quarter" idx="12"/>
          </p:nvPr>
        </p:nvSpPr>
        <p:spPr/>
        <p:txBody>
          <a:bodyPr/>
          <a:lstStyle/>
          <a:p>
            <a:fld id="{E871C15D-3E34-4DBE-AB9F-08EBE446C561}" type="slidenum">
              <a:rPr lang="tr-TR" smtClean="0"/>
              <a:t>‹#›</a:t>
            </a:fld>
            <a:endParaRPr lang="tr-TR"/>
          </a:p>
        </p:txBody>
      </p:sp>
    </p:spTree>
    <p:extLst>
      <p:ext uri="{BB962C8B-B14F-4D97-AF65-F5344CB8AC3E}">
        <p14:creationId xmlns:p14="http://schemas.microsoft.com/office/powerpoint/2010/main" val="2388562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5C5B02D-6F65-4231-8EF6-27FE1A4359E1}"/>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4FE15DBB-334C-477A-B60E-EC70AF8BC579}"/>
              </a:ext>
            </a:extLst>
          </p:cNvPr>
          <p:cNvSpPr>
            <a:spLocks noGrp="1"/>
          </p:cNvSpPr>
          <p:nvPr>
            <p:ph type="dt" sz="half" idx="10"/>
          </p:nvPr>
        </p:nvSpPr>
        <p:spPr/>
        <p:txBody>
          <a:bodyPr/>
          <a:lstStyle/>
          <a:p>
            <a:endParaRPr lang="tr-TR"/>
          </a:p>
        </p:txBody>
      </p:sp>
      <p:sp>
        <p:nvSpPr>
          <p:cNvPr id="4" name="Alt Bilgi Yer Tutucusu 3">
            <a:extLst>
              <a:ext uri="{FF2B5EF4-FFF2-40B4-BE49-F238E27FC236}">
                <a16:creationId xmlns:a16="http://schemas.microsoft.com/office/drawing/2014/main" id="{D8B4309D-D6C6-46D1-A870-56F947C234FF}"/>
              </a:ext>
            </a:extLst>
          </p:cNvPr>
          <p:cNvSpPr>
            <a:spLocks noGrp="1"/>
          </p:cNvSpPr>
          <p:nvPr>
            <p:ph type="ftr" sz="quarter" idx="11"/>
          </p:nvPr>
        </p:nvSpPr>
        <p:spPr/>
        <p:txBody>
          <a:bodyPr/>
          <a:lstStyle/>
          <a:p>
            <a:r>
              <a:rPr lang="fr-FR"/>
              <a:t>SUNUM BAŞLIĞI/ ADI SOYADI</a:t>
            </a:r>
            <a:endParaRPr lang="tr-TR"/>
          </a:p>
        </p:txBody>
      </p:sp>
      <p:sp>
        <p:nvSpPr>
          <p:cNvPr id="5" name="Slayt Numarası Yer Tutucusu 4">
            <a:extLst>
              <a:ext uri="{FF2B5EF4-FFF2-40B4-BE49-F238E27FC236}">
                <a16:creationId xmlns:a16="http://schemas.microsoft.com/office/drawing/2014/main" id="{6B3D2574-F850-4D1D-A329-A52CB566BC2A}"/>
              </a:ext>
            </a:extLst>
          </p:cNvPr>
          <p:cNvSpPr>
            <a:spLocks noGrp="1"/>
          </p:cNvSpPr>
          <p:nvPr>
            <p:ph type="sldNum" sz="quarter" idx="12"/>
          </p:nvPr>
        </p:nvSpPr>
        <p:spPr/>
        <p:txBody>
          <a:bodyPr/>
          <a:lstStyle/>
          <a:p>
            <a:fld id="{E871C15D-3E34-4DBE-AB9F-08EBE446C561}" type="slidenum">
              <a:rPr lang="tr-TR" smtClean="0"/>
              <a:t>‹#›</a:t>
            </a:fld>
            <a:endParaRPr lang="tr-TR"/>
          </a:p>
        </p:txBody>
      </p:sp>
    </p:spTree>
    <p:extLst>
      <p:ext uri="{BB962C8B-B14F-4D97-AF65-F5344CB8AC3E}">
        <p14:creationId xmlns:p14="http://schemas.microsoft.com/office/powerpoint/2010/main" val="3327498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2FE8FFF5-E6FA-45BE-B44C-CF8BB93B6DF5}"/>
              </a:ext>
            </a:extLst>
          </p:cNvPr>
          <p:cNvSpPr>
            <a:spLocks noGrp="1"/>
          </p:cNvSpPr>
          <p:nvPr>
            <p:ph type="dt" sz="half" idx="10"/>
          </p:nvPr>
        </p:nvSpPr>
        <p:spPr/>
        <p:txBody>
          <a:bodyPr/>
          <a:lstStyle/>
          <a:p>
            <a:endParaRPr lang="tr-TR"/>
          </a:p>
        </p:txBody>
      </p:sp>
      <p:sp>
        <p:nvSpPr>
          <p:cNvPr id="3" name="Alt Bilgi Yer Tutucusu 2">
            <a:extLst>
              <a:ext uri="{FF2B5EF4-FFF2-40B4-BE49-F238E27FC236}">
                <a16:creationId xmlns:a16="http://schemas.microsoft.com/office/drawing/2014/main" id="{AA4D1F63-C58A-45A0-B885-565F2BCB468C}"/>
              </a:ext>
            </a:extLst>
          </p:cNvPr>
          <p:cNvSpPr>
            <a:spLocks noGrp="1"/>
          </p:cNvSpPr>
          <p:nvPr>
            <p:ph type="ftr" sz="quarter" idx="11"/>
          </p:nvPr>
        </p:nvSpPr>
        <p:spPr/>
        <p:txBody>
          <a:bodyPr/>
          <a:lstStyle/>
          <a:p>
            <a:r>
              <a:rPr lang="fr-FR"/>
              <a:t>SUNUM BAŞLIĞI/ ADI SOYADI</a:t>
            </a:r>
            <a:endParaRPr lang="tr-TR"/>
          </a:p>
        </p:txBody>
      </p:sp>
      <p:sp>
        <p:nvSpPr>
          <p:cNvPr id="4" name="Slayt Numarası Yer Tutucusu 3">
            <a:extLst>
              <a:ext uri="{FF2B5EF4-FFF2-40B4-BE49-F238E27FC236}">
                <a16:creationId xmlns:a16="http://schemas.microsoft.com/office/drawing/2014/main" id="{7689FFB5-5887-411A-AB3E-E68A110CD34F}"/>
              </a:ext>
            </a:extLst>
          </p:cNvPr>
          <p:cNvSpPr>
            <a:spLocks noGrp="1"/>
          </p:cNvSpPr>
          <p:nvPr>
            <p:ph type="sldNum" sz="quarter" idx="12"/>
          </p:nvPr>
        </p:nvSpPr>
        <p:spPr/>
        <p:txBody>
          <a:bodyPr/>
          <a:lstStyle/>
          <a:p>
            <a:fld id="{E871C15D-3E34-4DBE-AB9F-08EBE446C561}" type="slidenum">
              <a:rPr lang="tr-TR" smtClean="0"/>
              <a:t>‹#›</a:t>
            </a:fld>
            <a:endParaRPr lang="tr-TR"/>
          </a:p>
        </p:txBody>
      </p:sp>
    </p:spTree>
    <p:extLst>
      <p:ext uri="{BB962C8B-B14F-4D97-AF65-F5344CB8AC3E}">
        <p14:creationId xmlns:p14="http://schemas.microsoft.com/office/powerpoint/2010/main" val="25359978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2261100-1A4A-4CD8-B847-6B6EB618641E}"/>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786BC594-1AB9-4D8A-BEB0-61B3E43375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1B838E59-E2A1-4A9A-988D-70E781EC87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E9C9D8B5-0D34-41EC-A4FE-6D12A949564F}"/>
              </a:ext>
            </a:extLst>
          </p:cNvPr>
          <p:cNvSpPr>
            <a:spLocks noGrp="1"/>
          </p:cNvSpPr>
          <p:nvPr>
            <p:ph type="dt" sz="half" idx="10"/>
          </p:nvPr>
        </p:nvSpPr>
        <p:spPr/>
        <p:txBody>
          <a:bodyPr/>
          <a:lstStyle/>
          <a:p>
            <a:endParaRPr lang="tr-TR"/>
          </a:p>
        </p:txBody>
      </p:sp>
      <p:sp>
        <p:nvSpPr>
          <p:cNvPr id="6" name="Alt Bilgi Yer Tutucusu 5">
            <a:extLst>
              <a:ext uri="{FF2B5EF4-FFF2-40B4-BE49-F238E27FC236}">
                <a16:creationId xmlns:a16="http://schemas.microsoft.com/office/drawing/2014/main" id="{42CA941A-9B09-45D3-AA13-4C71A7EC38F4}"/>
              </a:ext>
            </a:extLst>
          </p:cNvPr>
          <p:cNvSpPr>
            <a:spLocks noGrp="1"/>
          </p:cNvSpPr>
          <p:nvPr>
            <p:ph type="ftr" sz="quarter" idx="11"/>
          </p:nvPr>
        </p:nvSpPr>
        <p:spPr/>
        <p:txBody>
          <a:bodyPr/>
          <a:lstStyle/>
          <a:p>
            <a:r>
              <a:rPr lang="fr-FR"/>
              <a:t>SUNUM BAŞLIĞI/ ADI SOYADI</a:t>
            </a:r>
            <a:endParaRPr lang="tr-TR"/>
          </a:p>
        </p:txBody>
      </p:sp>
      <p:sp>
        <p:nvSpPr>
          <p:cNvPr id="7" name="Slayt Numarası Yer Tutucusu 6">
            <a:extLst>
              <a:ext uri="{FF2B5EF4-FFF2-40B4-BE49-F238E27FC236}">
                <a16:creationId xmlns:a16="http://schemas.microsoft.com/office/drawing/2014/main" id="{63E13E58-E2EA-4ECA-8E33-5457683CF096}"/>
              </a:ext>
            </a:extLst>
          </p:cNvPr>
          <p:cNvSpPr>
            <a:spLocks noGrp="1"/>
          </p:cNvSpPr>
          <p:nvPr>
            <p:ph type="sldNum" sz="quarter" idx="12"/>
          </p:nvPr>
        </p:nvSpPr>
        <p:spPr/>
        <p:txBody>
          <a:bodyPr/>
          <a:lstStyle/>
          <a:p>
            <a:fld id="{E871C15D-3E34-4DBE-AB9F-08EBE446C561}" type="slidenum">
              <a:rPr lang="tr-TR" smtClean="0"/>
              <a:t>‹#›</a:t>
            </a:fld>
            <a:endParaRPr lang="tr-TR"/>
          </a:p>
        </p:txBody>
      </p:sp>
    </p:spTree>
    <p:extLst>
      <p:ext uri="{BB962C8B-B14F-4D97-AF65-F5344CB8AC3E}">
        <p14:creationId xmlns:p14="http://schemas.microsoft.com/office/powerpoint/2010/main" val="354888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24ABB57-D14C-458D-801C-0F0B6DFBADBD}"/>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EDA5ABA4-40FC-4653-BCB0-95A5402D8F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A00A33D5-DDA8-4EEC-8823-780E66B079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890B2DF1-F203-41E7-A5C4-F5E92F605A3F}"/>
              </a:ext>
            </a:extLst>
          </p:cNvPr>
          <p:cNvSpPr>
            <a:spLocks noGrp="1"/>
          </p:cNvSpPr>
          <p:nvPr>
            <p:ph type="dt" sz="half" idx="10"/>
          </p:nvPr>
        </p:nvSpPr>
        <p:spPr/>
        <p:txBody>
          <a:bodyPr/>
          <a:lstStyle/>
          <a:p>
            <a:endParaRPr lang="tr-TR"/>
          </a:p>
        </p:txBody>
      </p:sp>
      <p:sp>
        <p:nvSpPr>
          <p:cNvPr id="6" name="Alt Bilgi Yer Tutucusu 5">
            <a:extLst>
              <a:ext uri="{FF2B5EF4-FFF2-40B4-BE49-F238E27FC236}">
                <a16:creationId xmlns:a16="http://schemas.microsoft.com/office/drawing/2014/main" id="{0AADF675-927F-4600-A062-A062B9BEF1D6}"/>
              </a:ext>
            </a:extLst>
          </p:cNvPr>
          <p:cNvSpPr>
            <a:spLocks noGrp="1"/>
          </p:cNvSpPr>
          <p:nvPr>
            <p:ph type="ftr" sz="quarter" idx="11"/>
          </p:nvPr>
        </p:nvSpPr>
        <p:spPr/>
        <p:txBody>
          <a:bodyPr/>
          <a:lstStyle/>
          <a:p>
            <a:r>
              <a:rPr lang="fr-FR"/>
              <a:t>SUNUM BAŞLIĞI/ ADI SOYADI</a:t>
            </a:r>
            <a:endParaRPr lang="tr-TR"/>
          </a:p>
        </p:txBody>
      </p:sp>
      <p:sp>
        <p:nvSpPr>
          <p:cNvPr id="7" name="Slayt Numarası Yer Tutucusu 6">
            <a:extLst>
              <a:ext uri="{FF2B5EF4-FFF2-40B4-BE49-F238E27FC236}">
                <a16:creationId xmlns:a16="http://schemas.microsoft.com/office/drawing/2014/main" id="{99CFFA4B-77A4-4931-AE9E-E666E8322B68}"/>
              </a:ext>
            </a:extLst>
          </p:cNvPr>
          <p:cNvSpPr>
            <a:spLocks noGrp="1"/>
          </p:cNvSpPr>
          <p:nvPr>
            <p:ph type="sldNum" sz="quarter" idx="12"/>
          </p:nvPr>
        </p:nvSpPr>
        <p:spPr/>
        <p:txBody>
          <a:bodyPr/>
          <a:lstStyle/>
          <a:p>
            <a:fld id="{E871C15D-3E34-4DBE-AB9F-08EBE446C561}" type="slidenum">
              <a:rPr lang="tr-TR" smtClean="0"/>
              <a:t>‹#›</a:t>
            </a:fld>
            <a:endParaRPr lang="tr-TR"/>
          </a:p>
        </p:txBody>
      </p:sp>
    </p:spTree>
    <p:extLst>
      <p:ext uri="{BB962C8B-B14F-4D97-AF65-F5344CB8AC3E}">
        <p14:creationId xmlns:p14="http://schemas.microsoft.com/office/powerpoint/2010/main" val="2987146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D87F5CE-92DD-40D7-91FE-1F4D35FC31FF}"/>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12827802-ECE0-44D0-85D9-933A86765329}"/>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682E26C-E3B1-4DEC-BACC-5AC8E79479AD}"/>
              </a:ext>
            </a:extLst>
          </p:cNvPr>
          <p:cNvSpPr>
            <a:spLocks noGrp="1"/>
          </p:cNvSpPr>
          <p:nvPr>
            <p:ph type="dt" sz="half" idx="10"/>
          </p:nvPr>
        </p:nvSpPr>
        <p:spPr/>
        <p:txBody>
          <a:bodyPr/>
          <a:lstStyle/>
          <a:p>
            <a:endParaRPr lang="tr-TR"/>
          </a:p>
        </p:txBody>
      </p:sp>
      <p:sp>
        <p:nvSpPr>
          <p:cNvPr id="5" name="Alt Bilgi Yer Tutucusu 4">
            <a:extLst>
              <a:ext uri="{FF2B5EF4-FFF2-40B4-BE49-F238E27FC236}">
                <a16:creationId xmlns:a16="http://schemas.microsoft.com/office/drawing/2014/main" id="{A83EE06D-4F05-4AD2-981B-B164E8BF23B1}"/>
              </a:ext>
            </a:extLst>
          </p:cNvPr>
          <p:cNvSpPr>
            <a:spLocks noGrp="1"/>
          </p:cNvSpPr>
          <p:nvPr>
            <p:ph type="ftr" sz="quarter" idx="11"/>
          </p:nvPr>
        </p:nvSpPr>
        <p:spPr/>
        <p:txBody>
          <a:bodyPr/>
          <a:lstStyle/>
          <a:p>
            <a:r>
              <a:rPr lang="fr-FR"/>
              <a:t>SUNUM BAŞLIĞI/ ADI SOYADI</a:t>
            </a:r>
            <a:endParaRPr lang="tr-TR"/>
          </a:p>
        </p:txBody>
      </p:sp>
      <p:sp>
        <p:nvSpPr>
          <p:cNvPr id="6" name="Slayt Numarası Yer Tutucusu 5">
            <a:extLst>
              <a:ext uri="{FF2B5EF4-FFF2-40B4-BE49-F238E27FC236}">
                <a16:creationId xmlns:a16="http://schemas.microsoft.com/office/drawing/2014/main" id="{C05C6785-0433-4F6E-8CA9-C729B9D2F9E3}"/>
              </a:ext>
            </a:extLst>
          </p:cNvPr>
          <p:cNvSpPr>
            <a:spLocks noGrp="1"/>
          </p:cNvSpPr>
          <p:nvPr>
            <p:ph type="sldNum" sz="quarter" idx="12"/>
          </p:nvPr>
        </p:nvSpPr>
        <p:spPr/>
        <p:txBody>
          <a:bodyPr/>
          <a:lstStyle/>
          <a:p>
            <a:fld id="{E871C15D-3E34-4DBE-AB9F-08EBE446C561}" type="slidenum">
              <a:rPr lang="tr-TR" smtClean="0"/>
              <a:t>‹#›</a:t>
            </a:fld>
            <a:endParaRPr lang="tr-TR"/>
          </a:p>
        </p:txBody>
      </p:sp>
    </p:spTree>
    <p:extLst>
      <p:ext uri="{BB962C8B-B14F-4D97-AF65-F5344CB8AC3E}">
        <p14:creationId xmlns:p14="http://schemas.microsoft.com/office/powerpoint/2010/main" val="4079398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5D39AC86-7BF3-45B8-B9C7-002AF14CEE64}"/>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06443EE6-3325-4FC7-8417-67DFDE050A1A}"/>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A33A9399-8C0D-4ECD-BAD7-DAF984BB1DA1}"/>
              </a:ext>
            </a:extLst>
          </p:cNvPr>
          <p:cNvSpPr>
            <a:spLocks noGrp="1"/>
          </p:cNvSpPr>
          <p:nvPr>
            <p:ph type="dt" sz="half" idx="10"/>
          </p:nvPr>
        </p:nvSpPr>
        <p:spPr/>
        <p:txBody>
          <a:bodyPr/>
          <a:lstStyle/>
          <a:p>
            <a:endParaRPr lang="tr-TR"/>
          </a:p>
        </p:txBody>
      </p:sp>
      <p:sp>
        <p:nvSpPr>
          <p:cNvPr id="5" name="Alt Bilgi Yer Tutucusu 4">
            <a:extLst>
              <a:ext uri="{FF2B5EF4-FFF2-40B4-BE49-F238E27FC236}">
                <a16:creationId xmlns:a16="http://schemas.microsoft.com/office/drawing/2014/main" id="{1E8AD2B4-6408-40C3-BB92-13D844412F2B}"/>
              </a:ext>
            </a:extLst>
          </p:cNvPr>
          <p:cNvSpPr>
            <a:spLocks noGrp="1"/>
          </p:cNvSpPr>
          <p:nvPr>
            <p:ph type="ftr" sz="quarter" idx="11"/>
          </p:nvPr>
        </p:nvSpPr>
        <p:spPr/>
        <p:txBody>
          <a:bodyPr/>
          <a:lstStyle/>
          <a:p>
            <a:r>
              <a:rPr lang="fr-FR"/>
              <a:t>SUNUM BAŞLIĞI/ ADI SOYADI</a:t>
            </a:r>
            <a:endParaRPr lang="tr-TR"/>
          </a:p>
        </p:txBody>
      </p:sp>
      <p:sp>
        <p:nvSpPr>
          <p:cNvPr id="6" name="Slayt Numarası Yer Tutucusu 5">
            <a:extLst>
              <a:ext uri="{FF2B5EF4-FFF2-40B4-BE49-F238E27FC236}">
                <a16:creationId xmlns:a16="http://schemas.microsoft.com/office/drawing/2014/main" id="{E9509BB9-6BD1-4EF9-9520-1AD52FBD839E}"/>
              </a:ext>
            </a:extLst>
          </p:cNvPr>
          <p:cNvSpPr>
            <a:spLocks noGrp="1"/>
          </p:cNvSpPr>
          <p:nvPr>
            <p:ph type="sldNum" sz="quarter" idx="12"/>
          </p:nvPr>
        </p:nvSpPr>
        <p:spPr/>
        <p:txBody>
          <a:bodyPr/>
          <a:lstStyle/>
          <a:p>
            <a:fld id="{E871C15D-3E34-4DBE-AB9F-08EBE446C561}" type="slidenum">
              <a:rPr lang="tr-TR" smtClean="0"/>
              <a:t>‹#›</a:t>
            </a:fld>
            <a:endParaRPr lang="tr-TR"/>
          </a:p>
        </p:txBody>
      </p:sp>
    </p:spTree>
    <p:extLst>
      <p:ext uri="{BB962C8B-B14F-4D97-AF65-F5344CB8AC3E}">
        <p14:creationId xmlns:p14="http://schemas.microsoft.com/office/powerpoint/2010/main" val="474127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B7016DDF-40E0-46CD-A951-EC5DC64C32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BFFD1E6A-123A-4D7A-84C8-3904F43436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74AD5A4F-9B3F-4131-8519-FB8D6B4E16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tr-TR"/>
          </a:p>
        </p:txBody>
      </p:sp>
      <p:sp>
        <p:nvSpPr>
          <p:cNvPr id="5" name="Alt Bilgi Yer Tutucusu 4">
            <a:extLst>
              <a:ext uri="{FF2B5EF4-FFF2-40B4-BE49-F238E27FC236}">
                <a16:creationId xmlns:a16="http://schemas.microsoft.com/office/drawing/2014/main" id="{624B2343-7C09-40F0-9834-37075D0883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SUNUM BAŞLIĞI/ ADI SOYADI</a:t>
            </a:r>
            <a:endParaRPr lang="tr-TR"/>
          </a:p>
        </p:txBody>
      </p:sp>
      <p:sp>
        <p:nvSpPr>
          <p:cNvPr id="6" name="Slayt Numarası Yer Tutucusu 5">
            <a:extLst>
              <a:ext uri="{FF2B5EF4-FFF2-40B4-BE49-F238E27FC236}">
                <a16:creationId xmlns:a16="http://schemas.microsoft.com/office/drawing/2014/main" id="{C28B36E0-286E-42F3-8A16-880B7D5C5D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71C15D-3E34-4DBE-AB9F-08EBE446C561}" type="slidenum">
              <a:rPr lang="tr-TR" smtClean="0"/>
              <a:t>‹#›</a:t>
            </a:fld>
            <a:endParaRPr lang="tr-TR"/>
          </a:p>
        </p:txBody>
      </p:sp>
    </p:spTree>
    <p:extLst>
      <p:ext uri="{BB962C8B-B14F-4D97-AF65-F5344CB8AC3E}">
        <p14:creationId xmlns:p14="http://schemas.microsoft.com/office/powerpoint/2010/main" val="27179453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svg"/><Relationship Id="rId7" Type="http://schemas.openxmlformats.org/officeDocument/2006/relationships/diagramColors" Target="../diagrams/colors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ikdörtgen 3">
            <a:extLst>
              <a:ext uri="{FF2B5EF4-FFF2-40B4-BE49-F238E27FC236}">
                <a16:creationId xmlns:a16="http://schemas.microsoft.com/office/drawing/2014/main" id="{750F2736-319F-436C-883D-F6EA2CCC77E4}"/>
              </a:ext>
            </a:extLst>
          </p:cNvPr>
          <p:cNvSpPr/>
          <p:nvPr/>
        </p:nvSpPr>
        <p:spPr>
          <a:xfrm>
            <a:off x="0" y="0"/>
            <a:ext cx="12192000" cy="4392891"/>
          </a:xfrm>
          <a:prstGeom prst="rect">
            <a:avLst/>
          </a:prstGeom>
          <a:solidFill>
            <a:srgbClr val="1B3C6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 name="Başlık 1">
            <a:extLst>
              <a:ext uri="{FF2B5EF4-FFF2-40B4-BE49-F238E27FC236}">
                <a16:creationId xmlns:a16="http://schemas.microsoft.com/office/drawing/2014/main" id="{F8484951-66D6-44FD-8377-F7BD134D5A5A}"/>
              </a:ext>
            </a:extLst>
          </p:cNvPr>
          <p:cNvSpPr>
            <a:spLocks noGrp="1"/>
          </p:cNvSpPr>
          <p:nvPr>
            <p:ph type="ctrTitle"/>
          </p:nvPr>
        </p:nvSpPr>
        <p:spPr>
          <a:xfrm>
            <a:off x="1524000" y="1263764"/>
            <a:ext cx="9144000" cy="2933883"/>
          </a:xfrm>
        </p:spPr>
        <p:txBody>
          <a:bodyPr>
            <a:normAutofit fontScale="90000"/>
          </a:bodyPr>
          <a:lstStyle/>
          <a:p>
            <a:br>
              <a:rPr lang="tr-TR" sz="6600" dirty="0">
                <a:solidFill>
                  <a:schemeClr val="bg1"/>
                </a:solidFill>
              </a:rPr>
            </a:br>
            <a:br>
              <a:rPr lang="tr-TR" sz="6600" dirty="0">
                <a:solidFill>
                  <a:schemeClr val="bg1"/>
                </a:solidFill>
              </a:rPr>
            </a:br>
            <a:r>
              <a:rPr lang="tr-TR" sz="6700" dirty="0">
                <a:solidFill>
                  <a:schemeClr val="bg1"/>
                </a:solidFill>
              </a:rPr>
              <a:t>Uygulamalı Bilgisayarlı Görme</a:t>
            </a:r>
            <a:br>
              <a:rPr lang="tr-TR" sz="6600" dirty="0">
                <a:solidFill>
                  <a:schemeClr val="bg1"/>
                </a:solidFill>
              </a:rPr>
            </a:br>
            <a:r>
              <a:rPr lang="tr-TR" sz="4400" dirty="0">
                <a:solidFill>
                  <a:schemeClr val="bg1"/>
                </a:solidFill>
              </a:rPr>
              <a:t>KENAR VE ŞEKİL ÖZELLİKLERİ İLE NESNE SINIFLANDIRMA</a:t>
            </a:r>
            <a:endParaRPr lang="tr-TR" sz="6200" b="1" dirty="0">
              <a:solidFill>
                <a:schemeClr val="bg1"/>
              </a:solidFill>
              <a:latin typeface="Arial" panose="020B0604020202020204" pitchFamily="34" charset="0"/>
              <a:cs typeface="Arial" panose="020B0604020202020204" pitchFamily="34" charset="0"/>
            </a:endParaRPr>
          </a:p>
        </p:txBody>
      </p:sp>
      <p:sp>
        <p:nvSpPr>
          <p:cNvPr id="3" name="Alt Başlık 2">
            <a:extLst>
              <a:ext uri="{FF2B5EF4-FFF2-40B4-BE49-F238E27FC236}">
                <a16:creationId xmlns:a16="http://schemas.microsoft.com/office/drawing/2014/main" id="{F6D089CC-0CC7-44F4-A4E3-6DB9AA2B832E}"/>
              </a:ext>
            </a:extLst>
          </p:cNvPr>
          <p:cNvSpPr>
            <a:spLocks noGrp="1"/>
          </p:cNvSpPr>
          <p:nvPr>
            <p:ph type="subTitle" idx="1"/>
          </p:nvPr>
        </p:nvSpPr>
        <p:spPr>
          <a:xfrm>
            <a:off x="1524000" y="4857351"/>
            <a:ext cx="9144000" cy="1242740"/>
          </a:xfrm>
        </p:spPr>
        <p:txBody>
          <a:bodyPr>
            <a:noAutofit/>
          </a:bodyPr>
          <a:lstStyle/>
          <a:p>
            <a:r>
              <a:rPr lang="tr-TR" sz="3600" dirty="0"/>
              <a:t>2438166510</a:t>
            </a:r>
          </a:p>
          <a:p>
            <a:r>
              <a:rPr lang="tr-TR" sz="3600" dirty="0"/>
              <a:t>Abdulvahit KARAİL</a:t>
            </a:r>
          </a:p>
        </p:txBody>
      </p:sp>
      <p:sp>
        <p:nvSpPr>
          <p:cNvPr id="6" name="Alt Başlık 2">
            <a:extLst>
              <a:ext uri="{FF2B5EF4-FFF2-40B4-BE49-F238E27FC236}">
                <a16:creationId xmlns:a16="http://schemas.microsoft.com/office/drawing/2014/main" id="{304D42FD-BC3C-454C-B4EC-049BC999C472}"/>
              </a:ext>
            </a:extLst>
          </p:cNvPr>
          <p:cNvSpPr txBox="1">
            <a:spLocks/>
          </p:cNvSpPr>
          <p:nvPr/>
        </p:nvSpPr>
        <p:spPr>
          <a:xfrm>
            <a:off x="1524000" y="5656656"/>
            <a:ext cx="9144000" cy="6278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tr-TR" b="1" dirty="0">
              <a:latin typeface="+mj-lt"/>
            </a:endParaRPr>
          </a:p>
        </p:txBody>
      </p:sp>
      <p:pic>
        <p:nvPicPr>
          <p:cNvPr id="8" name="Resim 7">
            <a:extLst>
              <a:ext uri="{FF2B5EF4-FFF2-40B4-BE49-F238E27FC236}">
                <a16:creationId xmlns:a16="http://schemas.microsoft.com/office/drawing/2014/main" id="{0774639F-ABC8-40A9-B1C6-5F3B017BFF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6211" y="166320"/>
            <a:ext cx="2799578" cy="931124"/>
          </a:xfrm>
          <a:prstGeom prst="rect">
            <a:avLst/>
          </a:prstGeom>
        </p:spPr>
      </p:pic>
    </p:spTree>
    <p:extLst>
      <p:ext uri="{BB962C8B-B14F-4D97-AF65-F5344CB8AC3E}">
        <p14:creationId xmlns:p14="http://schemas.microsoft.com/office/powerpoint/2010/main" val="1094120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B85EE399-8DFF-4E9A-9FD8-E52D9D6B87E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12" y="333257"/>
            <a:ext cx="12266928" cy="1113301"/>
          </a:xfrm>
          <a:prstGeom prst="rect">
            <a:avLst/>
          </a:prstGeom>
        </p:spPr>
      </p:pic>
      <p:sp>
        <p:nvSpPr>
          <p:cNvPr id="7" name="Slayt Numarası Yer Tutucusu 6">
            <a:extLst>
              <a:ext uri="{FF2B5EF4-FFF2-40B4-BE49-F238E27FC236}">
                <a16:creationId xmlns:a16="http://schemas.microsoft.com/office/drawing/2014/main" id="{76F7F945-AC3B-F36D-EAE1-AE4832438F91}"/>
              </a:ext>
            </a:extLst>
          </p:cNvPr>
          <p:cNvSpPr>
            <a:spLocks noGrp="1"/>
          </p:cNvSpPr>
          <p:nvPr>
            <p:ph type="sldNum" sz="quarter" idx="12"/>
          </p:nvPr>
        </p:nvSpPr>
        <p:spPr/>
        <p:txBody>
          <a:bodyPr/>
          <a:lstStyle/>
          <a:p>
            <a:fld id="{E92BF3B9-6EE5-47AC-BBFA-416823C8F6D3}" type="slidenum">
              <a:rPr lang="tr-TR" smtClean="0"/>
              <a:pPr/>
              <a:t>2</a:t>
            </a:fld>
            <a:r>
              <a:rPr lang="tr-TR" dirty="0"/>
              <a:t>/21</a:t>
            </a:r>
          </a:p>
        </p:txBody>
      </p:sp>
      <p:sp>
        <p:nvSpPr>
          <p:cNvPr id="3" name="Metin kutusu 2">
            <a:extLst>
              <a:ext uri="{FF2B5EF4-FFF2-40B4-BE49-F238E27FC236}">
                <a16:creationId xmlns:a16="http://schemas.microsoft.com/office/drawing/2014/main" id="{F556CAC7-FFD9-0D99-9F8E-5AB957C9E064}"/>
              </a:ext>
            </a:extLst>
          </p:cNvPr>
          <p:cNvSpPr txBox="1"/>
          <p:nvPr/>
        </p:nvSpPr>
        <p:spPr>
          <a:xfrm>
            <a:off x="439750" y="2160413"/>
            <a:ext cx="11440469" cy="3693319"/>
          </a:xfrm>
          <a:prstGeom prst="rect">
            <a:avLst/>
          </a:prstGeom>
          <a:noFill/>
        </p:spPr>
        <p:txBody>
          <a:bodyPr wrap="square" rtlCol="0">
            <a:spAutoFit/>
          </a:bodyPr>
          <a:lstStyle/>
          <a:p>
            <a:endParaRPr lang="tr-TR" dirty="0"/>
          </a:p>
          <a:p>
            <a:r>
              <a:rPr lang="tr-TR" dirty="0"/>
              <a:t>Abdulvahit KARAİL</a:t>
            </a:r>
            <a:br>
              <a:rPr lang="tr-TR" dirty="0"/>
            </a:br>
            <a:r>
              <a:rPr lang="tr-TR" dirty="0"/>
              <a:t>Karabük Üniversitesi</a:t>
            </a:r>
            <a:br>
              <a:rPr lang="tr-TR" dirty="0"/>
            </a:br>
            <a:r>
              <a:rPr lang="tr-TR" dirty="0"/>
              <a:t>Uygulamalı Bilgisayarlı Görme</a:t>
            </a:r>
            <a:br>
              <a:rPr lang="tr-TR" dirty="0"/>
            </a:br>
            <a:r>
              <a:rPr lang="tr-TR" dirty="0"/>
              <a:t>Dr. Öğr. Üyesi İdris Kahraman</a:t>
            </a:r>
            <a:br>
              <a:rPr lang="tr-TR" dirty="0"/>
            </a:br>
            <a:r>
              <a:rPr lang="tr-TR" dirty="0"/>
              <a:t>2026</a:t>
            </a:r>
          </a:p>
          <a:p>
            <a:endParaRPr lang="tr-TR" dirty="0"/>
          </a:p>
          <a:p>
            <a:endParaRPr lang="tr-TR" dirty="0"/>
          </a:p>
          <a:p>
            <a:pPr algn="just"/>
            <a:r>
              <a:rPr lang="tr-TR" dirty="0"/>
              <a:t>Bu çalışmada, </a:t>
            </a:r>
            <a:r>
              <a:rPr lang="tr-TR" dirty="0" err="1"/>
              <a:t>hematoksilin</a:t>
            </a:r>
            <a:r>
              <a:rPr lang="tr-TR" dirty="0"/>
              <a:t> ve eozin (H&amp;E) boyalı kolorektal histoloji görüntülerinden elde edilen </a:t>
            </a:r>
            <a:r>
              <a:rPr lang="tr-TR" dirty="0" err="1"/>
              <a:t>gland</a:t>
            </a:r>
            <a:r>
              <a:rPr lang="tr-TR" dirty="0"/>
              <a:t> yapılarının analizi için klasik görüntü işleme tekniklerine dayalı bir yöntem geliştirilmiştir. </a:t>
            </a:r>
          </a:p>
          <a:p>
            <a:pPr algn="just"/>
            <a:endParaRPr lang="tr-TR" dirty="0"/>
          </a:p>
          <a:p>
            <a:pPr algn="just"/>
            <a:r>
              <a:rPr lang="tr-TR" dirty="0"/>
              <a:t>Bu çalışmanın temel katkısı, </a:t>
            </a:r>
            <a:r>
              <a:rPr lang="tr-TR" dirty="0" err="1"/>
              <a:t>glandların</a:t>
            </a:r>
            <a:r>
              <a:rPr lang="tr-TR" dirty="0"/>
              <a:t> morfolojik özelliklerini kullanarak normal ve anormal yapıları ayırt edebilen, yorumlanabilir ve hesaplama maliyeti düşük bir sistem geliştirmektir. </a:t>
            </a:r>
          </a:p>
        </p:txBody>
      </p:sp>
      <p:sp>
        <p:nvSpPr>
          <p:cNvPr id="4" name="Metin kutusu 3">
            <a:extLst>
              <a:ext uri="{FF2B5EF4-FFF2-40B4-BE49-F238E27FC236}">
                <a16:creationId xmlns:a16="http://schemas.microsoft.com/office/drawing/2014/main" id="{E6E221B9-4D20-8861-1003-108B82D0A7AC}"/>
              </a:ext>
            </a:extLst>
          </p:cNvPr>
          <p:cNvSpPr txBox="1"/>
          <p:nvPr/>
        </p:nvSpPr>
        <p:spPr>
          <a:xfrm>
            <a:off x="4394030" y="754281"/>
            <a:ext cx="7333610" cy="461665"/>
          </a:xfrm>
          <a:prstGeom prst="rect">
            <a:avLst/>
          </a:prstGeom>
          <a:noFill/>
        </p:spPr>
        <p:txBody>
          <a:bodyPr wrap="square">
            <a:spAutoFit/>
          </a:bodyPr>
          <a:lstStyle/>
          <a:p>
            <a:r>
              <a:rPr lang="tr-TR" sz="2400" dirty="0">
                <a:solidFill>
                  <a:srgbClr val="0070C0"/>
                </a:solidFill>
              </a:rPr>
              <a:t>KENAR VE ŞEKİL ÖZELLİKLERİ İLE NESNE SINIFLANDIRMA</a:t>
            </a:r>
          </a:p>
        </p:txBody>
      </p:sp>
    </p:spTree>
    <p:extLst>
      <p:ext uri="{BB962C8B-B14F-4D97-AF65-F5344CB8AC3E}">
        <p14:creationId xmlns:p14="http://schemas.microsoft.com/office/powerpoint/2010/main" val="1345226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851A6-17F5-ED5D-B579-446D7038BD49}"/>
            </a:ext>
          </a:extLst>
        </p:cNvPr>
        <p:cNvGrpSpPr/>
        <p:nvPr/>
      </p:nvGrpSpPr>
      <p:grpSpPr>
        <a:xfrm>
          <a:off x="0" y="0"/>
          <a:ext cx="0" cy="0"/>
          <a:chOff x="0" y="0"/>
          <a:chExt cx="0" cy="0"/>
        </a:xfrm>
      </p:grpSpPr>
      <p:pic>
        <p:nvPicPr>
          <p:cNvPr id="9" name="Grafik 8">
            <a:extLst>
              <a:ext uri="{FF2B5EF4-FFF2-40B4-BE49-F238E27FC236}">
                <a16:creationId xmlns:a16="http://schemas.microsoft.com/office/drawing/2014/main" id="{8454576B-3876-054A-6EAD-0BFF308A07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12" y="333257"/>
            <a:ext cx="12266928" cy="1113301"/>
          </a:xfrm>
          <a:prstGeom prst="rect">
            <a:avLst/>
          </a:prstGeom>
        </p:spPr>
      </p:pic>
      <p:sp>
        <p:nvSpPr>
          <p:cNvPr id="3" name="İçerik Yer Tutucusu 2">
            <a:extLst>
              <a:ext uri="{FF2B5EF4-FFF2-40B4-BE49-F238E27FC236}">
                <a16:creationId xmlns:a16="http://schemas.microsoft.com/office/drawing/2014/main" id="{72EED365-7475-9C74-5C9E-8225795387DC}"/>
              </a:ext>
            </a:extLst>
          </p:cNvPr>
          <p:cNvSpPr>
            <a:spLocks noGrp="1"/>
          </p:cNvSpPr>
          <p:nvPr>
            <p:ph idx="1"/>
          </p:nvPr>
        </p:nvSpPr>
        <p:spPr>
          <a:xfrm>
            <a:off x="625965" y="1939265"/>
            <a:ext cx="11193729" cy="4737696"/>
          </a:xfrm>
        </p:spPr>
        <p:txBody>
          <a:bodyPr>
            <a:normAutofit/>
          </a:bodyPr>
          <a:lstStyle/>
          <a:p>
            <a:pPr marL="0" indent="0" algn="just">
              <a:buNone/>
            </a:pPr>
            <a:r>
              <a:rPr lang="tr-TR" dirty="0"/>
              <a:t>Önerilen yaklaşım, görüntü ön işleme, bağlı bileşen analizi, kontur çıkarımı ve şekil özellikleri hesaplamaya dayalıdır. Elde edilen özellikler (örneğin katılık, dairesellik, en boy oranı, eksantriklik) kullanılarak kural tabanlı bir sınıflandırma gerçekleştirilmiştir. </a:t>
            </a:r>
            <a:endParaRPr lang="tr-TR" sz="1800" dirty="0"/>
          </a:p>
          <a:p>
            <a:endParaRPr lang="tr-TR" sz="1800" dirty="0"/>
          </a:p>
          <a:p>
            <a:pPr marL="0" indent="0" algn="just">
              <a:buNone/>
            </a:pPr>
            <a:endParaRPr lang="tr-TR" sz="3600" dirty="0"/>
          </a:p>
        </p:txBody>
      </p:sp>
      <p:sp>
        <p:nvSpPr>
          <p:cNvPr id="7" name="Slayt Numarası Yer Tutucusu 6">
            <a:extLst>
              <a:ext uri="{FF2B5EF4-FFF2-40B4-BE49-F238E27FC236}">
                <a16:creationId xmlns:a16="http://schemas.microsoft.com/office/drawing/2014/main" id="{5399FA55-678A-9B17-4635-C20387E6FDB6}"/>
              </a:ext>
            </a:extLst>
          </p:cNvPr>
          <p:cNvSpPr>
            <a:spLocks noGrp="1"/>
          </p:cNvSpPr>
          <p:nvPr>
            <p:ph type="sldNum" sz="quarter" idx="12"/>
          </p:nvPr>
        </p:nvSpPr>
        <p:spPr/>
        <p:txBody>
          <a:bodyPr/>
          <a:lstStyle/>
          <a:p>
            <a:fld id="{E92BF3B9-6EE5-47AC-BBFA-416823C8F6D3}" type="slidenum">
              <a:rPr lang="tr-TR" smtClean="0"/>
              <a:pPr/>
              <a:t>3</a:t>
            </a:fld>
            <a:r>
              <a:rPr lang="tr-TR" dirty="0"/>
              <a:t>/21</a:t>
            </a:r>
          </a:p>
        </p:txBody>
      </p:sp>
      <p:pic>
        <p:nvPicPr>
          <p:cNvPr id="2" name="Resim 1" descr="kalıp, desen, düzen, leylak, mor, renklilik içeren bir resim&#10;&#10;Yapay zeka tarafından oluşturulmuş içerik yanlış olabilir.">
            <a:extLst>
              <a:ext uri="{FF2B5EF4-FFF2-40B4-BE49-F238E27FC236}">
                <a16:creationId xmlns:a16="http://schemas.microsoft.com/office/drawing/2014/main" id="{5FB97AD5-CA34-ADF2-7A79-746CBC9C416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39136" y="3632913"/>
            <a:ext cx="4642469" cy="2891830"/>
          </a:xfrm>
          <a:prstGeom prst="rect">
            <a:avLst/>
          </a:prstGeom>
          <a:noFill/>
          <a:ln>
            <a:noFill/>
          </a:ln>
        </p:spPr>
      </p:pic>
    </p:spTree>
    <p:extLst>
      <p:ext uri="{BB962C8B-B14F-4D97-AF65-F5344CB8AC3E}">
        <p14:creationId xmlns:p14="http://schemas.microsoft.com/office/powerpoint/2010/main" val="1496504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D39AB-A96C-41EE-022B-BABFD5F15D72}"/>
            </a:ext>
          </a:extLst>
        </p:cNvPr>
        <p:cNvGrpSpPr/>
        <p:nvPr/>
      </p:nvGrpSpPr>
      <p:grpSpPr>
        <a:xfrm>
          <a:off x="0" y="0"/>
          <a:ext cx="0" cy="0"/>
          <a:chOff x="0" y="0"/>
          <a:chExt cx="0" cy="0"/>
        </a:xfrm>
      </p:grpSpPr>
      <p:pic>
        <p:nvPicPr>
          <p:cNvPr id="9" name="Grafik 8">
            <a:extLst>
              <a:ext uri="{FF2B5EF4-FFF2-40B4-BE49-F238E27FC236}">
                <a16:creationId xmlns:a16="http://schemas.microsoft.com/office/drawing/2014/main" id="{945FBE6A-67BC-9FE0-6F32-B6A586D89B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12" y="333257"/>
            <a:ext cx="12266928" cy="1113301"/>
          </a:xfrm>
          <a:prstGeom prst="rect">
            <a:avLst/>
          </a:prstGeom>
        </p:spPr>
      </p:pic>
      <p:sp>
        <p:nvSpPr>
          <p:cNvPr id="3" name="İçerik Yer Tutucusu 2">
            <a:extLst>
              <a:ext uri="{FF2B5EF4-FFF2-40B4-BE49-F238E27FC236}">
                <a16:creationId xmlns:a16="http://schemas.microsoft.com/office/drawing/2014/main" id="{5AB4ED5B-0E15-71E2-DB0B-555AC5468172}"/>
              </a:ext>
            </a:extLst>
          </p:cNvPr>
          <p:cNvSpPr>
            <a:spLocks noGrp="1"/>
          </p:cNvSpPr>
          <p:nvPr>
            <p:ph idx="1"/>
          </p:nvPr>
        </p:nvSpPr>
        <p:spPr>
          <a:xfrm>
            <a:off x="625965" y="1939265"/>
            <a:ext cx="11193729" cy="4737696"/>
          </a:xfrm>
        </p:spPr>
        <p:txBody>
          <a:bodyPr>
            <a:normAutofit/>
          </a:bodyPr>
          <a:lstStyle/>
          <a:p>
            <a:pPr marL="0" indent="0" algn="just">
              <a:buNone/>
            </a:pPr>
            <a:r>
              <a:rPr lang="tr-TR" sz="2400" b="1" dirty="0"/>
              <a:t>Bu yapılan çalışmanın temel amacı, histopatolojik kolon görüntülerinde </a:t>
            </a:r>
            <a:r>
              <a:rPr lang="tr-TR" sz="2400" b="1" dirty="0" err="1"/>
              <a:t>gland</a:t>
            </a:r>
            <a:r>
              <a:rPr lang="tr-TR" sz="2400" b="1" dirty="0"/>
              <a:t> yapılarının morfolojik özelliklerini kullanarak otomatik analiz ve sınıflandırma gerçekleştirmektir. </a:t>
            </a:r>
            <a:endParaRPr lang="tr-TR" sz="1800" dirty="0"/>
          </a:p>
          <a:p>
            <a:endParaRPr lang="tr-TR" sz="1800" dirty="0"/>
          </a:p>
          <a:p>
            <a:endParaRPr lang="tr-TR" sz="1800" dirty="0"/>
          </a:p>
          <a:p>
            <a:endParaRPr lang="tr-TR" sz="1800" dirty="0"/>
          </a:p>
          <a:p>
            <a:endParaRPr lang="tr-TR" sz="1800" dirty="0"/>
          </a:p>
        </p:txBody>
      </p:sp>
      <p:sp>
        <p:nvSpPr>
          <p:cNvPr id="7" name="Slayt Numarası Yer Tutucusu 6">
            <a:extLst>
              <a:ext uri="{FF2B5EF4-FFF2-40B4-BE49-F238E27FC236}">
                <a16:creationId xmlns:a16="http://schemas.microsoft.com/office/drawing/2014/main" id="{5E787999-3ACA-1D10-C64D-96E3552AB1F4}"/>
              </a:ext>
            </a:extLst>
          </p:cNvPr>
          <p:cNvSpPr>
            <a:spLocks noGrp="1"/>
          </p:cNvSpPr>
          <p:nvPr>
            <p:ph type="sldNum" sz="quarter" idx="12"/>
          </p:nvPr>
        </p:nvSpPr>
        <p:spPr/>
        <p:txBody>
          <a:bodyPr/>
          <a:lstStyle/>
          <a:p>
            <a:fld id="{E92BF3B9-6EE5-47AC-BBFA-416823C8F6D3}" type="slidenum">
              <a:rPr lang="tr-TR" smtClean="0"/>
              <a:pPr/>
              <a:t>4</a:t>
            </a:fld>
            <a:r>
              <a:rPr lang="tr-TR" dirty="0"/>
              <a:t>/21</a:t>
            </a:r>
          </a:p>
        </p:txBody>
      </p:sp>
      <p:pic>
        <p:nvPicPr>
          <p:cNvPr id="4" name="Resim 3" descr="metin, ekran görüntüsü, diyagram içeren bir resim&#10;&#10;Yapay zeka tarafından oluşturulmuş içerik yanlış olabilir.">
            <a:extLst>
              <a:ext uri="{FF2B5EF4-FFF2-40B4-BE49-F238E27FC236}">
                <a16:creationId xmlns:a16="http://schemas.microsoft.com/office/drawing/2014/main" id="{86180965-16FB-7CC0-94EB-4E7F1EE07D72}"/>
              </a:ext>
            </a:extLst>
          </p:cNvPr>
          <p:cNvPicPr>
            <a:picLocks noChangeAspect="1"/>
          </p:cNvPicPr>
          <p:nvPr/>
        </p:nvPicPr>
        <p:blipFill>
          <a:blip r:embed="rId4">
            <a:extLst>
              <a:ext uri="{28A0092B-C50C-407E-A947-70E740481C1C}">
                <a14:useLocalDpi xmlns:a14="http://schemas.microsoft.com/office/drawing/2010/main" val="0"/>
              </a:ext>
            </a:extLst>
          </a:blip>
          <a:srcRect t="36479" b="31094"/>
          <a:stretch>
            <a:fillRect/>
          </a:stretch>
        </p:blipFill>
        <p:spPr>
          <a:xfrm>
            <a:off x="3188207" y="3269259"/>
            <a:ext cx="5955631" cy="2896819"/>
          </a:xfrm>
          <a:prstGeom prst="rect">
            <a:avLst/>
          </a:prstGeom>
        </p:spPr>
      </p:pic>
    </p:spTree>
    <p:extLst>
      <p:ext uri="{BB962C8B-B14F-4D97-AF65-F5344CB8AC3E}">
        <p14:creationId xmlns:p14="http://schemas.microsoft.com/office/powerpoint/2010/main" val="1532450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2A236-5BE9-7103-5C25-14DC096224EA}"/>
            </a:ext>
          </a:extLst>
        </p:cNvPr>
        <p:cNvGrpSpPr/>
        <p:nvPr/>
      </p:nvGrpSpPr>
      <p:grpSpPr>
        <a:xfrm>
          <a:off x="0" y="0"/>
          <a:ext cx="0" cy="0"/>
          <a:chOff x="0" y="0"/>
          <a:chExt cx="0" cy="0"/>
        </a:xfrm>
      </p:grpSpPr>
      <p:pic>
        <p:nvPicPr>
          <p:cNvPr id="9" name="Grafik 8">
            <a:extLst>
              <a:ext uri="{FF2B5EF4-FFF2-40B4-BE49-F238E27FC236}">
                <a16:creationId xmlns:a16="http://schemas.microsoft.com/office/drawing/2014/main" id="{1EC81A21-BD8F-FF53-5676-976A862A01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12" y="333257"/>
            <a:ext cx="12266928" cy="1113301"/>
          </a:xfrm>
          <a:prstGeom prst="rect">
            <a:avLst/>
          </a:prstGeom>
        </p:spPr>
      </p:pic>
      <p:sp>
        <p:nvSpPr>
          <p:cNvPr id="2" name="Başlık 1">
            <a:extLst>
              <a:ext uri="{FF2B5EF4-FFF2-40B4-BE49-F238E27FC236}">
                <a16:creationId xmlns:a16="http://schemas.microsoft.com/office/drawing/2014/main" id="{249E4CCB-89DF-E34E-5FD7-1C19CFF87E45}"/>
              </a:ext>
            </a:extLst>
          </p:cNvPr>
          <p:cNvSpPr>
            <a:spLocks noGrp="1"/>
          </p:cNvSpPr>
          <p:nvPr>
            <p:ph type="title"/>
          </p:nvPr>
        </p:nvSpPr>
        <p:spPr>
          <a:xfrm>
            <a:off x="4160110" y="543499"/>
            <a:ext cx="7659584" cy="1017134"/>
          </a:xfrm>
        </p:spPr>
        <p:txBody>
          <a:bodyPr>
            <a:normAutofit/>
          </a:bodyPr>
          <a:lstStyle/>
          <a:p>
            <a:pPr algn="ctr"/>
            <a:r>
              <a:rPr lang="tr-TR" b="1" dirty="0">
                <a:solidFill>
                  <a:srgbClr val="0070C0"/>
                </a:solidFill>
              </a:rPr>
              <a:t>GENEL YAKLAŞIM</a:t>
            </a:r>
          </a:p>
        </p:txBody>
      </p:sp>
      <p:sp>
        <p:nvSpPr>
          <p:cNvPr id="3" name="İçerik Yer Tutucusu 2">
            <a:extLst>
              <a:ext uri="{FF2B5EF4-FFF2-40B4-BE49-F238E27FC236}">
                <a16:creationId xmlns:a16="http://schemas.microsoft.com/office/drawing/2014/main" id="{A24E7C43-8917-EEF3-C9FF-9DEB877CC904}"/>
              </a:ext>
            </a:extLst>
          </p:cNvPr>
          <p:cNvSpPr>
            <a:spLocks noGrp="1"/>
          </p:cNvSpPr>
          <p:nvPr>
            <p:ph idx="1"/>
          </p:nvPr>
        </p:nvSpPr>
        <p:spPr>
          <a:xfrm>
            <a:off x="625965" y="1939265"/>
            <a:ext cx="11193729" cy="4737696"/>
          </a:xfrm>
        </p:spPr>
        <p:txBody>
          <a:bodyPr>
            <a:normAutofit/>
          </a:bodyPr>
          <a:lstStyle/>
          <a:p>
            <a:endParaRPr lang="tr-TR" sz="1800" dirty="0"/>
          </a:p>
          <a:p>
            <a:endParaRPr lang="tr-TR" sz="1800" dirty="0"/>
          </a:p>
          <a:p>
            <a:endParaRPr lang="tr-TR" sz="1800" dirty="0"/>
          </a:p>
          <a:p>
            <a:pPr marL="0" indent="0" algn="just">
              <a:buNone/>
            </a:pPr>
            <a:endParaRPr lang="tr-TR" sz="1800" dirty="0"/>
          </a:p>
        </p:txBody>
      </p:sp>
      <p:sp>
        <p:nvSpPr>
          <p:cNvPr id="7" name="Slayt Numarası Yer Tutucusu 6">
            <a:extLst>
              <a:ext uri="{FF2B5EF4-FFF2-40B4-BE49-F238E27FC236}">
                <a16:creationId xmlns:a16="http://schemas.microsoft.com/office/drawing/2014/main" id="{A9EEB143-4A57-6C0D-7716-E98A0AB9EC11}"/>
              </a:ext>
            </a:extLst>
          </p:cNvPr>
          <p:cNvSpPr>
            <a:spLocks noGrp="1"/>
          </p:cNvSpPr>
          <p:nvPr>
            <p:ph type="sldNum" sz="quarter" idx="12"/>
          </p:nvPr>
        </p:nvSpPr>
        <p:spPr/>
        <p:txBody>
          <a:bodyPr/>
          <a:lstStyle/>
          <a:p>
            <a:fld id="{E92BF3B9-6EE5-47AC-BBFA-416823C8F6D3}" type="slidenum">
              <a:rPr lang="tr-TR" smtClean="0"/>
              <a:pPr/>
              <a:t>5</a:t>
            </a:fld>
            <a:r>
              <a:rPr lang="tr-TR" dirty="0"/>
              <a:t>/21</a:t>
            </a:r>
          </a:p>
        </p:txBody>
      </p:sp>
      <p:graphicFrame>
        <p:nvGraphicFramePr>
          <p:cNvPr id="6" name="Diyagram 5">
            <a:extLst>
              <a:ext uri="{FF2B5EF4-FFF2-40B4-BE49-F238E27FC236}">
                <a16:creationId xmlns:a16="http://schemas.microsoft.com/office/drawing/2014/main" id="{D5395CD3-54AD-4FE6-F60A-CDC4FD7A9062}"/>
              </a:ext>
            </a:extLst>
          </p:cNvPr>
          <p:cNvGraphicFramePr/>
          <p:nvPr>
            <p:extLst>
              <p:ext uri="{D42A27DB-BD31-4B8C-83A1-F6EECF244321}">
                <p14:modId xmlns:p14="http://schemas.microsoft.com/office/powerpoint/2010/main" val="487941165"/>
              </p:ext>
            </p:extLst>
          </p:nvPr>
        </p:nvGraphicFramePr>
        <p:xfrm>
          <a:off x="1620145" y="1560633"/>
          <a:ext cx="9015125" cy="522787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4775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5470C-B43D-9969-AD8D-4D49C0A599D0}"/>
            </a:ext>
          </a:extLst>
        </p:cNvPr>
        <p:cNvGrpSpPr/>
        <p:nvPr/>
      </p:nvGrpSpPr>
      <p:grpSpPr>
        <a:xfrm>
          <a:off x="0" y="0"/>
          <a:ext cx="0" cy="0"/>
          <a:chOff x="0" y="0"/>
          <a:chExt cx="0" cy="0"/>
        </a:xfrm>
      </p:grpSpPr>
      <p:pic>
        <p:nvPicPr>
          <p:cNvPr id="9" name="Grafik 8">
            <a:extLst>
              <a:ext uri="{FF2B5EF4-FFF2-40B4-BE49-F238E27FC236}">
                <a16:creationId xmlns:a16="http://schemas.microsoft.com/office/drawing/2014/main" id="{C06395B1-3077-8263-F7AD-76AB031AE0C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12" y="333257"/>
            <a:ext cx="12266928" cy="1113301"/>
          </a:xfrm>
          <a:prstGeom prst="rect">
            <a:avLst/>
          </a:prstGeom>
        </p:spPr>
      </p:pic>
      <p:sp>
        <p:nvSpPr>
          <p:cNvPr id="2" name="Başlık 1">
            <a:extLst>
              <a:ext uri="{FF2B5EF4-FFF2-40B4-BE49-F238E27FC236}">
                <a16:creationId xmlns:a16="http://schemas.microsoft.com/office/drawing/2014/main" id="{9EED52D0-1138-EEDB-2011-24AB12F9E261}"/>
              </a:ext>
            </a:extLst>
          </p:cNvPr>
          <p:cNvSpPr>
            <a:spLocks noGrp="1"/>
          </p:cNvSpPr>
          <p:nvPr>
            <p:ph type="title"/>
          </p:nvPr>
        </p:nvSpPr>
        <p:spPr>
          <a:xfrm>
            <a:off x="4160110" y="543499"/>
            <a:ext cx="7659584" cy="1017134"/>
          </a:xfrm>
        </p:spPr>
        <p:txBody>
          <a:bodyPr>
            <a:normAutofit/>
          </a:bodyPr>
          <a:lstStyle/>
          <a:p>
            <a:pPr algn="ctr"/>
            <a:r>
              <a:rPr lang="tr-TR" b="1" dirty="0">
                <a:solidFill>
                  <a:srgbClr val="0070C0"/>
                </a:solidFill>
              </a:rPr>
              <a:t>VERİ SETİ</a:t>
            </a:r>
          </a:p>
        </p:txBody>
      </p:sp>
      <p:sp>
        <p:nvSpPr>
          <p:cNvPr id="3" name="İçerik Yer Tutucusu 2">
            <a:extLst>
              <a:ext uri="{FF2B5EF4-FFF2-40B4-BE49-F238E27FC236}">
                <a16:creationId xmlns:a16="http://schemas.microsoft.com/office/drawing/2014/main" id="{211A0D14-3FAF-82F3-DE59-37CEFBF2A413}"/>
              </a:ext>
            </a:extLst>
          </p:cNvPr>
          <p:cNvSpPr>
            <a:spLocks noGrp="1"/>
          </p:cNvSpPr>
          <p:nvPr>
            <p:ph idx="1"/>
          </p:nvPr>
        </p:nvSpPr>
        <p:spPr>
          <a:xfrm>
            <a:off x="294573" y="1920855"/>
            <a:ext cx="5801427" cy="4737696"/>
          </a:xfrm>
        </p:spPr>
        <p:txBody>
          <a:bodyPr>
            <a:normAutofit lnSpcReduction="10000"/>
          </a:bodyPr>
          <a:lstStyle/>
          <a:p>
            <a:pPr marL="0" indent="0">
              <a:buNone/>
            </a:pPr>
            <a:r>
              <a:rPr lang="tr-TR" sz="2400" b="1" dirty="0"/>
              <a:t>Kullanılan Veri Seti</a:t>
            </a:r>
            <a:endParaRPr lang="tr-TR" sz="2400" dirty="0"/>
          </a:p>
          <a:p>
            <a:pPr algn="just"/>
            <a:r>
              <a:rPr lang="tr-TR" dirty="0" err="1"/>
              <a:t>Warwick</a:t>
            </a:r>
            <a:r>
              <a:rPr lang="tr-TR" dirty="0"/>
              <a:t>-QU veri seti histopatolojik görüntü veri setidir.</a:t>
            </a:r>
            <a:endParaRPr lang="tr-TR" sz="1800" dirty="0"/>
          </a:p>
          <a:p>
            <a:pPr algn="just"/>
            <a:r>
              <a:rPr lang="tr-TR" dirty="0"/>
              <a:t>Veriler, Birleşik Krallık’taki </a:t>
            </a:r>
            <a:r>
              <a:rPr lang="tr-TR" dirty="0" err="1"/>
              <a:t>Coventry</a:t>
            </a:r>
            <a:r>
              <a:rPr lang="tr-TR" dirty="0"/>
              <a:t> ve </a:t>
            </a:r>
            <a:r>
              <a:rPr lang="tr-TR" dirty="0" err="1"/>
              <a:t>Warwickshire</a:t>
            </a:r>
            <a:r>
              <a:rPr lang="tr-TR" dirty="0"/>
              <a:t> Üniversite Hastanelerinden toplanmış.</a:t>
            </a:r>
          </a:p>
          <a:p>
            <a:r>
              <a:rPr lang="tr-TR" dirty="0"/>
              <a:t>Eğitim seti: 37 adet </a:t>
            </a:r>
            <a:r>
              <a:rPr lang="tr-TR" dirty="0" err="1"/>
              <a:t>benign</a:t>
            </a:r>
            <a:r>
              <a:rPr lang="tr-TR" dirty="0"/>
              <a:t> (iyi huylu) ve 48 adet </a:t>
            </a:r>
            <a:r>
              <a:rPr lang="tr-TR" dirty="0" err="1"/>
              <a:t>malign</a:t>
            </a:r>
            <a:r>
              <a:rPr lang="tr-TR" dirty="0"/>
              <a:t> (kötü huylu) </a:t>
            </a:r>
            <a:r>
              <a:rPr lang="tr-TR" dirty="0" err="1"/>
              <a:t>gland</a:t>
            </a:r>
            <a:r>
              <a:rPr lang="tr-TR" dirty="0"/>
              <a:t> görüntüsü;</a:t>
            </a:r>
          </a:p>
          <a:p>
            <a:r>
              <a:rPr lang="tr-TR" dirty="0"/>
              <a:t>Test seti: 37 adet </a:t>
            </a:r>
            <a:r>
              <a:rPr lang="tr-TR" dirty="0" err="1"/>
              <a:t>benign</a:t>
            </a:r>
            <a:r>
              <a:rPr lang="tr-TR" dirty="0"/>
              <a:t> ve 43 adet </a:t>
            </a:r>
            <a:r>
              <a:rPr lang="tr-TR" dirty="0" err="1"/>
              <a:t>malign</a:t>
            </a:r>
            <a:r>
              <a:rPr lang="tr-TR" dirty="0"/>
              <a:t> </a:t>
            </a:r>
            <a:r>
              <a:rPr lang="tr-TR" dirty="0" err="1"/>
              <a:t>gland</a:t>
            </a:r>
            <a:r>
              <a:rPr lang="tr-TR" dirty="0"/>
              <a:t> görüntüsü vardır.</a:t>
            </a:r>
          </a:p>
          <a:p>
            <a:pPr algn="just"/>
            <a:endParaRPr lang="tr-TR" sz="1800" dirty="0"/>
          </a:p>
          <a:p>
            <a:endParaRPr lang="tr-TR" sz="1800" dirty="0"/>
          </a:p>
          <a:p>
            <a:endParaRPr lang="tr-TR" sz="1800" dirty="0"/>
          </a:p>
          <a:p>
            <a:endParaRPr lang="tr-TR" sz="1800" dirty="0"/>
          </a:p>
          <a:p>
            <a:pPr marL="0" indent="0" algn="just">
              <a:buNone/>
            </a:pPr>
            <a:endParaRPr lang="tr-TR" sz="1800" dirty="0"/>
          </a:p>
        </p:txBody>
      </p:sp>
      <p:sp>
        <p:nvSpPr>
          <p:cNvPr id="7" name="Slayt Numarası Yer Tutucusu 6">
            <a:extLst>
              <a:ext uri="{FF2B5EF4-FFF2-40B4-BE49-F238E27FC236}">
                <a16:creationId xmlns:a16="http://schemas.microsoft.com/office/drawing/2014/main" id="{673197FD-81AC-5F75-DFBD-B68798E911C9}"/>
              </a:ext>
            </a:extLst>
          </p:cNvPr>
          <p:cNvSpPr>
            <a:spLocks noGrp="1"/>
          </p:cNvSpPr>
          <p:nvPr>
            <p:ph type="sldNum" sz="quarter" idx="12"/>
          </p:nvPr>
        </p:nvSpPr>
        <p:spPr/>
        <p:txBody>
          <a:bodyPr/>
          <a:lstStyle/>
          <a:p>
            <a:fld id="{E92BF3B9-6EE5-47AC-BBFA-416823C8F6D3}" type="slidenum">
              <a:rPr lang="tr-TR" smtClean="0"/>
              <a:pPr/>
              <a:t>6</a:t>
            </a:fld>
            <a:r>
              <a:rPr lang="tr-TR" dirty="0"/>
              <a:t>/21</a:t>
            </a:r>
          </a:p>
        </p:txBody>
      </p:sp>
      <p:pic>
        <p:nvPicPr>
          <p:cNvPr id="5" name="Resim 4" descr="ekran görüntüsü, metin, mor, macenta içeren bir resim&#10;&#10;Yapay zeka tarafından oluşturulmuş içerik yanlış olabilir.">
            <a:extLst>
              <a:ext uri="{FF2B5EF4-FFF2-40B4-BE49-F238E27FC236}">
                <a16:creationId xmlns:a16="http://schemas.microsoft.com/office/drawing/2014/main" id="{BE4BFBF0-6F8C-D188-45DE-6EE967A47DC4}"/>
              </a:ext>
            </a:extLst>
          </p:cNvPr>
          <p:cNvPicPr>
            <a:picLocks noChangeAspect="1"/>
          </p:cNvPicPr>
          <p:nvPr/>
        </p:nvPicPr>
        <p:blipFill>
          <a:blip r:embed="rId4"/>
          <a:stretch>
            <a:fillRect/>
          </a:stretch>
        </p:blipFill>
        <p:spPr>
          <a:xfrm>
            <a:off x="6222829" y="1754927"/>
            <a:ext cx="5265471" cy="4670925"/>
          </a:xfrm>
          <a:prstGeom prst="rect">
            <a:avLst/>
          </a:prstGeom>
        </p:spPr>
      </p:pic>
    </p:spTree>
    <p:extLst>
      <p:ext uri="{BB962C8B-B14F-4D97-AF65-F5344CB8AC3E}">
        <p14:creationId xmlns:p14="http://schemas.microsoft.com/office/powerpoint/2010/main" val="873136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22FF9-53E0-D4A7-A20D-ACA58D4FE2C3}"/>
            </a:ext>
          </a:extLst>
        </p:cNvPr>
        <p:cNvGrpSpPr/>
        <p:nvPr/>
      </p:nvGrpSpPr>
      <p:grpSpPr>
        <a:xfrm>
          <a:off x="0" y="0"/>
          <a:ext cx="0" cy="0"/>
          <a:chOff x="0" y="0"/>
          <a:chExt cx="0" cy="0"/>
        </a:xfrm>
      </p:grpSpPr>
      <p:pic>
        <p:nvPicPr>
          <p:cNvPr id="9" name="Grafik 8">
            <a:extLst>
              <a:ext uri="{FF2B5EF4-FFF2-40B4-BE49-F238E27FC236}">
                <a16:creationId xmlns:a16="http://schemas.microsoft.com/office/drawing/2014/main" id="{0C265D33-FF60-9A71-D09E-B2DE33C12EE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12" y="333257"/>
            <a:ext cx="12266928" cy="1113301"/>
          </a:xfrm>
          <a:prstGeom prst="rect">
            <a:avLst/>
          </a:prstGeom>
        </p:spPr>
      </p:pic>
      <p:sp>
        <p:nvSpPr>
          <p:cNvPr id="2" name="Başlık 1">
            <a:extLst>
              <a:ext uri="{FF2B5EF4-FFF2-40B4-BE49-F238E27FC236}">
                <a16:creationId xmlns:a16="http://schemas.microsoft.com/office/drawing/2014/main" id="{55FD5EC6-0819-A595-994B-7A7888F19145}"/>
              </a:ext>
            </a:extLst>
          </p:cNvPr>
          <p:cNvSpPr>
            <a:spLocks noGrp="1"/>
          </p:cNvSpPr>
          <p:nvPr>
            <p:ph type="title"/>
          </p:nvPr>
        </p:nvSpPr>
        <p:spPr>
          <a:xfrm>
            <a:off x="4160110" y="543499"/>
            <a:ext cx="7659584" cy="825033"/>
          </a:xfrm>
        </p:spPr>
        <p:txBody>
          <a:bodyPr>
            <a:normAutofit/>
          </a:bodyPr>
          <a:lstStyle/>
          <a:p>
            <a:pPr algn="ctr"/>
            <a:r>
              <a:rPr lang="tr-TR" b="1" dirty="0">
                <a:solidFill>
                  <a:srgbClr val="0070C0"/>
                </a:solidFill>
              </a:rPr>
              <a:t>VERİ SETİ</a:t>
            </a:r>
          </a:p>
        </p:txBody>
      </p:sp>
      <p:sp>
        <p:nvSpPr>
          <p:cNvPr id="7" name="Slayt Numarası Yer Tutucusu 6">
            <a:extLst>
              <a:ext uri="{FF2B5EF4-FFF2-40B4-BE49-F238E27FC236}">
                <a16:creationId xmlns:a16="http://schemas.microsoft.com/office/drawing/2014/main" id="{6C4EF498-D4FE-45F3-B1A7-F9D4741A49B1}"/>
              </a:ext>
            </a:extLst>
          </p:cNvPr>
          <p:cNvSpPr>
            <a:spLocks noGrp="1"/>
          </p:cNvSpPr>
          <p:nvPr>
            <p:ph type="sldNum" sz="quarter" idx="12"/>
          </p:nvPr>
        </p:nvSpPr>
        <p:spPr/>
        <p:txBody>
          <a:bodyPr/>
          <a:lstStyle/>
          <a:p>
            <a:fld id="{E92BF3B9-6EE5-47AC-BBFA-416823C8F6D3}" type="slidenum">
              <a:rPr lang="tr-TR" smtClean="0"/>
              <a:pPr/>
              <a:t>7</a:t>
            </a:fld>
            <a:r>
              <a:rPr lang="tr-TR" dirty="0"/>
              <a:t>/21</a:t>
            </a:r>
          </a:p>
        </p:txBody>
      </p:sp>
      <p:pic>
        <p:nvPicPr>
          <p:cNvPr id="8" name="Resim 7" descr="metin, ekran görüntüsü, yazılım, multimedya yazılımı içeren bir resim&#10;&#10;Yapay zeka tarafından oluşturulmuş içerik yanlış olabilir.">
            <a:extLst>
              <a:ext uri="{FF2B5EF4-FFF2-40B4-BE49-F238E27FC236}">
                <a16:creationId xmlns:a16="http://schemas.microsoft.com/office/drawing/2014/main" id="{C5EA3E20-7FFC-C65A-1312-9A053EDCA926}"/>
              </a:ext>
            </a:extLst>
          </p:cNvPr>
          <p:cNvPicPr>
            <a:picLocks noChangeAspect="1"/>
          </p:cNvPicPr>
          <p:nvPr/>
        </p:nvPicPr>
        <p:blipFill>
          <a:blip r:embed="rId4"/>
          <a:stretch>
            <a:fillRect/>
          </a:stretch>
        </p:blipFill>
        <p:spPr>
          <a:xfrm>
            <a:off x="1343984" y="1578774"/>
            <a:ext cx="9438572" cy="4777576"/>
          </a:xfrm>
          <a:prstGeom prst="rect">
            <a:avLst/>
          </a:prstGeom>
        </p:spPr>
      </p:pic>
    </p:spTree>
    <p:extLst>
      <p:ext uri="{BB962C8B-B14F-4D97-AF65-F5344CB8AC3E}">
        <p14:creationId xmlns:p14="http://schemas.microsoft.com/office/powerpoint/2010/main" val="3711490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DCE25-E25A-895B-95D0-0DD2A17ED6C2}"/>
            </a:ext>
          </a:extLst>
        </p:cNvPr>
        <p:cNvGrpSpPr/>
        <p:nvPr/>
      </p:nvGrpSpPr>
      <p:grpSpPr>
        <a:xfrm>
          <a:off x="0" y="0"/>
          <a:ext cx="0" cy="0"/>
          <a:chOff x="0" y="0"/>
          <a:chExt cx="0" cy="0"/>
        </a:xfrm>
      </p:grpSpPr>
      <p:pic>
        <p:nvPicPr>
          <p:cNvPr id="9" name="Grafik 8">
            <a:extLst>
              <a:ext uri="{FF2B5EF4-FFF2-40B4-BE49-F238E27FC236}">
                <a16:creationId xmlns:a16="http://schemas.microsoft.com/office/drawing/2014/main" id="{F343E9DF-5E7F-83AB-34C3-5886739000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12" y="333257"/>
            <a:ext cx="12266928" cy="1113301"/>
          </a:xfrm>
          <a:prstGeom prst="rect">
            <a:avLst/>
          </a:prstGeom>
        </p:spPr>
      </p:pic>
      <p:sp>
        <p:nvSpPr>
          <p:cNvPr id="2" name="Başlık 1">
            <a:extLst>
              <a:ext uri="{FF2B5EF4-FFF2-40B4-BE49-F238E27FC236}">
                <a16:creationId xmlns:a16="http://schemas.microsoft.com/office/drawing/2014/main" id="{1658BDBC-4748-B568-2196-567BDCB4B2F3}"/>
              </a:ext>
            </a:extLst>
          </p:cNvPr>
          <p:cNvSpPr>
            <a:spLocks noGrp="1"/>
          </p:cNvSpPr>
          <p:nvPr>
            <p:ph type="title"/>
          </p:nvPr>
        </p:nvSpPr>
        <p:spPr>
          <a:xfrm>
            <a:off x="4160110" y="543499"/>
            <a:ext cx="7659584" cy="1017134"/>
          </a:xfrm>
        </p:spPr>
        <p:txBody>
          <a:bodyPr>
            <a:normAutofit/>
          </a:bodyPr>
          <a:lstStyle/>
          <a:p>
            <a:pPr algn="ctr"/>
            <a:r>
              <a:rPr lang="tr-TR" b="1" dirty="0">
                <a:solidFill>
                  <a:srgbClr val="0070C0"/>
                </a:solidFill>
              </a:rPr>
              <a:t>DENEYSEL TASARIM</a:t>
            </a:r>
          </a:p>
        </p:txBody>
      </p:sp>
      <p:sp>
        <p:nvSpPr>
          <p:cNvPr id="3" name="İçerik Yer Tutucusu 2">
            <a:extLst>
              <a:ext uri="{FF2B5EF4-FFF2-40B4-BE49-F238E27FC236}">
                <a16:creationId xmlns:a16="http://schemas.microsoft.com/office/drawing/2014/main" id="{3E796D14-6F51-E9FF-95C2-F48780BC9D4F}"/>
              </a:ext>
            </a:extLst>
          </p:cNvPr>
          <p:cNvSpPr>
            <a:spLocks noGrp="1"/>
          </p:cNvSpPr>
          <p:nvPr>
            <p:ph idx="1"/>
          </p:nvPr>
        </p:nvSpPr>
        <p:spPr>
          <a:xfrm>
            <a:off x="625965" y="1560633"/>
            <a:ext cx="11193729" cy="4737696"/>
          </a:xfrm>
        </p:spPr>
        <p:txBody>
          <a:bodyPr>
            <a:normAutofit/>
          </a:bodyPr>
          <a:lstStyle/>
          <a:p>
            <a:pPr marL="0" indent="0" algn="just">
              <a:buNone/>
            </a:pPr>
            <a:r>
              <a:rPr lang="tr-TR" sz="2400" b="1" dirty="0"/>
              <a:t>Görsel düzey etiketler, bileşen (</a:t>
            </a:r>
            <a:r>
              <a:rPr lang="tr-TR" sz="2400" b="1" dirty="0" err="1"/>
              <a:t>gland</a:t>
            </a:r>
            <a:r>
              <a:rPr lang="tr-TR" sz="2400" b="1" dirty="0"/>
              <a:t>) düzeyi etiketlerden farklıdır. </a:t>
            </a:r>
          </a:p>
          <a:p>
            <a:pPr marL="0" indent="0" algn="just">
              <a:buNone/>
            </a:pPr>
            <a:r>
              <a:rPr lang="tr-TR" sz="2400" b="1" dirty="0"/>
              <a:t>Bu çalışmada bileşen düzeyinde kural tabanlı etiketler (Normal/Anomali) üretilmiş; görsel düzey karar için </a:t>
            </a:r>
            <a:r>
              <a:rPr lang="tr-TR" sz="2400" b="1" dirty="0" err="1"/>
              <a:t>p_anomali</a:t>
            </a:r>
            <a:r>
              <a:rPr lang="tr-TR" sz="2400" b="1" dirty="0"/>
              <a:t> (anomali bileşen oranı) skoru kullanılmıştır.</a:t>
            </a:r>
            <a:endParaRPr lang="tr-TR" sz="2400" dirty="0"/>
          </a:p>
          <a:p>
            <a:endParaRPr lang="tr-TR" sz="1800" dirty="0"/>
          </a:p>
          <a:p>
            <a:endParaRPr lang="tr-TR" sz="1800" dirty="0"/>
          </a:p>
          <a:p>
            <a:endParaRPr lang="tr-TR" sz="1800" dirty="0"/>
          </a:p>
          <a:p>
            <a:pPr marL="0" indent="0">
              <a:buNone/>
            </a:pPr>
            <a:endParaRPr lang="tr-TR" sz="1800" dirty="0"/>
          </a:p>
          <a:p>
            <a:pPr marL="0" indent="0" algn="just">
              <a:buNone/>
            </a:pPr>
            <a:endParaRPr lang="tr-TR" sz="1800" dirty="0"/>
          </a:p>
        </p:txBody>
      </p:sp>
      <p:sp>
        <p:nvSpPr>
          <p:cNvPr id="7" name="Slayt Numarası Yer Tutucusu 6">
            <a:extLst>
              <a:ext uri="{FF2B5EF4-FFF2-40B4-BE49-F238E27FC236}">
                <a16:creationId xmlns:a16="http://schemas.microsoft.com/office/drawing/2014/main" id="{975F4305-D283-1A7A-1D72-9930B69135C3}"/>
              </a:ext>
            </a:extLst>
          </p:cNvPr>
          <p:cNvSpPr>
            <a:spLocks noGrp="1"/>
          </p:cNvSpPr>
          <p:nvPr>
            <p:ph type="sldNum" sz="quarter" idx="12"/>
          </p:nvPr>
        </p:nvSpPr>
        <p:spPr/>
        <p:txBody>
          <a:bodyPr/>
          <a:lstStyle/>
          <a:p>
            <a:fld id="{E92BF3B9-6EE5-47AC-BBFA-416823C8F6D3}" type="slidenum">
              <a:rPr lang="tr-TR" smtClean="0"/>
              <a:pPr/>
              <a:t>8</a:t>
            </a:fld>
            <a:r>
              <a:rPr lang="tr-TR" dirty="0"/>
              <a:t>/21</a:t>
            </a:r>
          </a:p>
        </p:txBody>
      </p:sp>
      <p:graphicFrame>
        <p:nvGraphicFramePr>
          <p:cNvPr id="4" name="Tablo 3">
            <a:extLst>
              <a:ext uri="{FF2B5EF4-FFF2-40B4-BE49-F238E27FC236}">
                <a16:creationId xmlns:a16="http://schemas.microsoft.com/office/drawing/2014/main" id="{52F9FBFA-FBC8-649F-8186-480995D58A66}"/>
              </a:ext>
            </a:extLst>
          </p:cNvPr>
          <p:cNvGraphicFramePr>
            <a:graphicFrameLocks noGrp="1"/>
          </p:cNvGraphicFramePr>
          <p:nvPr>
            <p:extLst>
              <p:ext uri="{D42A27DB-BD31-4B8C-83A1-F6EECF244321}">
                <p14:modId xmlns:p14="http://schemas.microsoft.com/office/powerpoint/2010/main" val="1936038888"/>
              </p:ext>
            </p:extLst>
          </p:nvPr>
        </p:nvGraphicFramePr>
        <p:xfrm>
          <a:off x="2233836" y="2985807"/>
          <a:ext cx="7628183" cy="3538935"/>
        </p:xfrm>
        <a:graphic>
          <a:graphicData uri="http://schemas.openxmlformats.org/drawingml/2006/table">
            <a:tbl>
              <a:tblPr/>
              <a:tblGrid>
                <a:gridCol w="5085453">
                  <a:extLst>
                    <a:ext uri="{9D8B030D-6E8A-4147-A177-3AD203B41FA5}">
                      <a16:colId xmlns:a16="http://schemas.microsoft.com/office/drawing/2014/main" val="609063133"/>
                    </a:ext>
                  </a:extLst>
                </a:gridCol>
                <a:gridCol w="1017091">
                  <a:extLst>
                    <a:ext uri="{9D8B030D-6E8A-4147-A177-3AD203B41FA5}">
                      <a16:colId xmlns:a16="http://schemas.microsoft.com/office/drawing/2014/main" val="696551604"/>
                    </a:ext>
                  </a:extLst>
                </a:gridCol>
                <a:gridCol w="1525639">
                  <a:extLst>
                    <a:ext uri="{9D8B030D-6E8A-4147-A177-3AD203B41FA5}">
                      <a16:colId xmlns:a16="http://schemas.microsoft.com/office/drawing/2014/main" val="1607002120"/>
                    </a:ext>
                  </a:extLst>
                </a:gridCol>
              </a:tblGrid>
              <a:tr h="393215">
                <a:tc gridSpan="2">
                  <a:txBody>
                    <a:bodyPr/>
                    <a:lstStyle/>
                    <a:p>
                      <a:pPr algn="l" fontAlgn="b">
                        <a:buNone/>
                      </a:pPr>
                      <a:r>
                        <a:rPr lang="tr-TR" sz="1600" b="0" i="0" u="none" strike="noStrike" dirty="0" err="1">
                          <a:solidFill>
                            <a:srgbClr val="000000"/>
                          </a:solidFill>
                          <a:effectLst/>
                          <a:latin typeface="Times New Roman" panose="02020603050405020304" pitchFamily="18" charset="0"/>
                          <a:cs typeface="Times New Roman" panose="02020603050405020304" pitchFamily="18" charset="0"/>
                        </a:rPr>
                        <a:t>Stem,p_anomali,GercekGorselEtiket,PredBestTau,BestTau</a:t>
                      </a:r>
                      <a:endParaRPr lang="tr-TR"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217" marR="2217" marT="2217" marB="0" anchor="b">
                    <a:lnL>
                      <a:noFill/>
                    </a:lnL>
                    <a:lnR>
                      <a:noFill/>
                    </a:lnR>
                    <a:lnT>
                      <a:noFill/>
                    </a:lnT>
                    <a:lnB>
                      <a:noFill/>
                    </a:lnB>
                    <a:noFill/>
                  </a:tcPr>
                </a:tc>
                <a:tc hMerge="1">
                  <a:txBody>
                    <a:bodyPr/>
                    <a:lstStyle/>
                    <a:p>
                      <a:endParaRPr lang="tr-TR"/>
                    </a:p>
                  </a:txBody>
                  <a:tcPr/>
                </a:tc>
                <a:tc>
                  <a:txBody>
                    <a:bodyPr/>
                    <a:lstStyle/>
                    <a:p>
                      <a:pPr algn="l" fontAlgn="b">
                        <a:buNone/>
                      </a:pPr>
                      <a:endParaRPr lang="tr-TR"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217" marR="2217" marT="2217" marB="0" anchor="b">
                    <a:lnL>
                      <a:noFill/>
                    </a:lnL>
                    <a:lnR>
                      <a:noFill/>
                    </a:lnR>
                    <a:lnT>
                      <a:noFill/>
                    </a:lnT>
                    <a:lnB>
                      <a:noFill/>
                    </a:lnB>
                    <a:noFill/>
                  </a:tcPr>
                </a:tc>
                <a:extLst>
                  <a:ext uri="{0D108BD9-81ED-4DB2-BD59-A6C34878D82A}">
                    <a16:rowId xmlns:a16="http://schemas.microsoft.com/office/drawing/2014/main" val="1952936633"/>
                  </a:ext>
                </a:extLst>
              </a:tr>
              <a:tr h="393215">
                <a:tc>
                  <a:txBody>
                    <a:bodyPr/>
                    <a:lstStyle/>
                    <a:p>
                      <a:pPr algn="l" fontAlgn="b">
                        <a:buNone/>
                      </a:pPr>
                      <a:r>
                        <a:rPr lang="it-IT" sz="1600" b="0" i="0" u="none" strike="noStrike" dirty="0">
                          <a:solidFill>
                            <a:srgbClr val="000000"/>
                          </a:solidFill>
                          <a:effectLst/>
                          <a:latin typeface="Times New Roman" panose="02020603050405020304" pitchFamily="18" charset="0"/>
                          <a:cs typeface="Times New Roman" panose="02020603050405020304" pitchFamily="18" charset="0"/>
                        </a:rPr>
                        <a:t>testa_10,0.7,Benign,Malign,0.44999999999999996</a:t>
                      </a:r>
                    </a:p>
                  </a:txBody>
                  <a:tcPr marL="2217" marR="2217" marT="2217" marB="0" anchor="b">
                    <a:lnL>
                      <a:noFill/>
                    </a:lnL>
                    <a:lnR>
                      <a:noFill/>
                    </a:lnR>
                    <a:lnT>
                      <a:noFill/>
                    </a:lnT>
                    <a:lnB>
                      <a:noFill/>
                    </a:lnB>
                    <a:noFill/>
                  </a:tcPr>
                </a:tc>
                <a:tc>
                  <a:txBody>
                    <a:bodyPr/>
                    <a:lstStyle/>
                    <a:p>
                      <a:pPr algn="l" fontAlgn="b">
                        <a:buNone/>
                      </a:pPr>
                      <a:endParaRPr lang="tr-TR"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217" marR="2217" marT="2217" marB="0" anchor="b">
                    <a:lnL>
                      <a:noFill/>
                    </a:lnL>
                    <a:lnR>
                      <a:noFill/>
                    </a:lnR>
                    <a:lnT>
                      <a:noFill/>
                    </a:lnT>
                    <a:lnB>
                      <a:noFill/>
                    </a:lnB>
                    <a:noFill/>
                  </a:tcPr>
                </a:tc>
                <a:tc>
                  <a:txBody>
                    <a:bodyPr/>
                    <a:lstStyle/>
                    <a:p>
                      <a:pPr algn="l" fontAlgn="b">
                        <a:buNone/>
                      </a:pPr>
                      <a:endParaRPr lang="tr-TR"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217" marR="2217" marT="2217" marB="0" anchor="b">
                    <a:lnL>
                      <a:noFill/>
                    </a:lnL>
                    <a:lnR>
                      <a:noFill/>
                    </a:lnR>
                    <a:lnT>
                      <a:noFill/>
                    </a:lnT>
                    <a:lnB>
                      <a:noFill/>
                    </a:lnB>
                    <a:noFill/>
                  </a:tcPr>
                </a:tc>
                <a:extLst>
                  <a:ext uri="{0D108BD9-81ED-4DB2-BD59-A6C34878D82A}">
                    <a16:rowId xmlns:a16="http://schemas.microsoft.com/office/drawing/2014/main" val="2911688928"/>
                  </a:ext>
                </a:extLst>
              </a:tr>
              <a:tr h="393215">
                <a:tc>
                  <a:txBody>
                    <a:bodyPr/>
                    <a:lstStyle/>
                    <a:p>
                      <a:pPr algn="l" fontAlgn="b">
                        <a:buNone/>
                      </a:pPr>
                      <a:r>
                        <a:rPr lang="it-IT" sz="1600" b="0" i="0" u="none" strike="noStrike" dirty="0">
                          <a:solidFill>
                            <a:srgbClr val="000000"/>
                          </a:solidFill>
                          <a:effectLst/>
                          <a:latin typeface="Times New Roman" panose="02020603050405020304" pitchFamily="18" charset="0"/>
                          <a:cs typeface="Times New Roman" panose="02020603050405020304" pitchFamily="18" charset="0"/>
                        </a:rPr>
                        <a:t>testa_18,0.5,Benign,Malign,0.44999999999999996</a:t>
                      </a:r>
                    </a:p>
                  </a:txBody>
                  <a:tcPr marL="2217" marR="2217" marT="2217" marB="0" anchor="b">
                    <a:lnL>
                      <a:noFill/>
                    </a:lnL>
                    <a:lnR>
                      <a:noFill/>
                    </a:lnR>
                    <a:lnT>
                      <a:noFill/>
                    </a:lnT>
                    <a:lnB>
                      <a:noFill/>
                    </a:lnB>
                    <a:noFill/>
                  </a:tcPr>
                </a:tc>
                <a:tc>
                  <a:txBody>
                    <a:bodyPr/>
                    <a:lstStyle/>
                    <a:p>
                      <a:pPr algn="l" fontAlgn="b">
                        <a:buNone/>
                      </a:pPr>
                      <a:endParaRPr lang="tr-TR"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217" marR="2217" marT="2217" marB="0" anchor="b">
                    <a:lnL>
                      <a:noFill/>
                    </a:lnL>
                    <a:lnR>
                      <a:noFill/>
                    </a:lnR>
                    <a:lnT>
                      <a:noFill/>
                    </a:lnT>
                    <a:lnB>
                      <a:noFill/>
                    </a:lnB>
                    <a:noFill/>
                  </a:tcPr>
                </a:tc>
                <a:tc>
                  <a:txBody>
                    <a:bodyPr/>
                    <a:lstStyle/>
                    <a:p>
                      <a:pPr algn="l" fontAlgn="b">
                        <a:buNone/>
                      </a:pPr>
                      <a:endParaRPr lang="tr-TR"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217" marR="2217" marT="2217" marB="0" anchor="b">
                    <a:lnL>
                      <a:noFill/>
                    </a:lnL>
                    <a:lnR>
                      <a:noFill/>
                    </a:lnR>
                    <a:lnT>
                      <a:noFill/>
                    </a:lnT>
                    <a:lnB>
                      <a:noFill/>
                    </a:lnB>
                    <a:noFill/>
                  </a:tcPr>
                </a:tc>
                <a:extLst>
                  <a:ext uri="{0D108BD9-81ED-4DB2-BD59-A6C34878D82A}">
                    <a16:rowId xmlns:a16="http://schemas.microsoft.com/office/drawing/2014/main" val="1141337810"/>
                  </a:ext>
                </a:extLst>
              </a:tr>
              <a:tr h="393215">
                <a:tc gridSpan="3">
                  <a:txBody>
                    <a:bodyPr/>
                    <a:lstStyle/>
                    <a:p>
                      <a:pPr algn="l" fontAlgn="b">
                        <a:buNone/>
                      </a:pPr>
                      <a:r>
                        <a:rPr lang="it-IT" sz="1600" b="0" i="0" u="none" strike="noStrike" dirty="0">
                          <a:solidFill>
                            <a:srgbClr val="000000"/>
                          </a:solidFill>
                          <a:effectLst/>
                          <a:latin typeface="Times New Roman" panose="02020603050405020304" pitchFamily="18" charset="0"/>
                          <a:cs typeface="Times New Roman" panose="02020603050405020304" pitchFamily="18" charset="0"/>
                        </a:rPr>
                        <a:t>testa_19,0.3181818181818182,Benign,Benign,0.44999999999999996</a:t>
                      </a:r>
                    </a:p>
                  </a:txBody>
                  <a:tcPr marL="2217" marR="2217" marT="2217" marB="0" anchor="b">
                    <a:lnL>
                      <a:noFill/>
                    </a:lnL>
                    <a:lnR>
                      <a:noFill/>
                    </a:lnR>
                    <a:lnT>
                      <a:noFill/>
                    </a:lnT>
                    <a:lnB>
                      <a:noFill/>
                    </a:lnB>
                    <a:noFill/>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val="2368736768"/>
                  </a:ext>
                </a:extLst>
              </a:tr>
              <a:tr h="393215">
                <a:tc>
                  <a:txBody>
                    <a:bodyPr/>
                    <a:lstStyle/>
                    <a:p>
                      <a:pPr algn="l" fontAlgn="b">
                        <a:buNone/>
                      </a:pPr>
                      <a:r>
                        <a:rPr lang="it-IT" sz="1600" b="0" i="0" u="none" strike="noStrike" dirty="0">
                          <a:solidFill>
                            <a:srgbClr val="000000"/>
                          </a:solidFill>
                          <a:effectLst/>
                          <a:latin typeface="Times New Roman" panose="02020603050405020304" pitchFamily="18" charset="0"/>
                          <a:cs typeface="Times New Roman" panose="02020603050405020304" pitchFamily="18" charset="0"/>
                        </a:rPr>
                        <a:t>testa_21,0.75,Benign,Malign,0.44999999999999996</a:t>
                      </a:r>
                    </a:p>
                  </a:txBody>
                  <a:tcPr marL="2217" marR="2217" marT="2217" marB="0" anchor="b">
                    <a:lnL>
                      <a:noFill/>
                    </a:lnL>
                    <a:lnR>
                      <a:noFill/>
                    </a:lnR>
                    <a:lnT>
                      <a:noFill/>
                    </a:lnT>
                    <a:lnB>
                      <a:noFill/>
                    </a:lnB>
                    <a:noFill/>
                  </a:tcPr>
                </a:tc>
                <a:tc>
                  <a:txBody>
                    <a:bodyPr/>
                    <a:lstStyle/>
                    <a:p>
                      <a:pPr algn="l" fontAlgn="b">
                        <a:buNone/>
                      </a:pPr>
                      <a:endParaRPr lang="tr-TR"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217" marR="2217" marT="2217" marB="0" anchor="b">
                    <a:lnL>
                      <a:noFill/>
                    </a:lnL>
                    <a:lnR>
                      <a:noFill/>
                    </a:lnR>
                    <a:lnT>
                      <a:noFill/>
                    </a:lnT>
                    <a:lnB>
                      <a:noFill/>
                    </a:lnB>
                    <a:noFill/>
                  </a:tcPr>
                </a:tc>
                <a:tc>
                  <a:txBody>
                    <a:bodyPr/>
                    <a:lstStyle/>
                    <a:p>
                      <a:pPr algn="l" fontAlgn="b">
                        <a:buNone/>
                      </a:pPr>
                      <a:endParaRPr lang="tr-TR"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217" marR="2217" marT="2217" marB="0" anchor="b">
                    <a:lnL>
                      <a:noFill/>
                    </a:lnL>
                    <a:lnR>
                      <a:noFill/>
                    </a:lnR>
                    <a:lnT>
                      <a:noFill/>
                    </a:lnT>
                    <a:lnB>
                      <a:noFill/>
                    </a:lnB>
                    <a:noFill/>
                  </a:tcPr>
                </a:tc>
                <a:extLst>
                  <a:ext uri="{0D108BD9-81ED-4DB2-BD59-A6C34878D82A}">
                    <a16:rowId xmlns:a16="http://schemas.microsoft.com/office/drawing/2014/main" val="2320003030"/>
                  </a:ext>
                </a:extLst>
              </a:tr>
              <a:tr h="393215">
                <a:tc>
                  <a:txBody>
                    <a:bodyPr/>
                    <a:lstStyle/>
                    <a:p>
                      <a:pPr algn="l" fontAlgn="b">
                        <a:buNone/>
                      </a:pPr>
                      <a:r>
                        <a:rPr lang="it-IT" sz="1600" b="0" i="0" u="none" strike="noStrike" dirty="0">
                          <a:solidFill>
                            <a:srgbClr val="000000"/>
                          </a:solidFill>
                          <a:effectLst/>
                          <a:latin typeface="Times New Roman" panose="02020603050405020304" pitchFamily="18" charset="0"/>
                          <a:cs typeface="Times New Roman" panose="02020603050405020304" pitchFamily="18" charset="0"/>
                        </a:rPr>
                        <a:t>testa_24,1.0,Malign,Malign,0.44999999999999996</a:t>
                      </a:r>
                    </a:p>
                  </a:txBody>
                  <a:tcPr marL="2217" marR="2217" marT="2217" marB="0" anchor="b">
                    <a:lnL>
                      <a:noFill/>
                    </a:lnL>
                    <a:lnR>
                      <a:noFill/>
                    </a:lnR>
                    <a:lnT>
                      <a:noFill/>
                    </a:lnT>
                    <a:lnB>
                      <a:noFill/>
                    </a:lnB>
                    <a:noFill/>
                  </a:tcPr>
                </a:tc>
                <a:tc>
                  <a:txBody>
                    <a:bodyPr/>
                    <a:lstStyle/>
                    <a:p>
                      <a:pPr algn="l" fontAlgn="b">
                        <a:buNone/>
                      </a:pPr>
                      <a:endParaRPr lang="tr-TR"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217" marR="2217" marT="2217" marB="0" anchor="b">
                    <a:lnL>
                      <a:noFill/>
                    </a:lnL>
                    <a:lnR>
                      <a:noFill/>
                    </a:lnR>
                    <a:lnT>
                      <a:noFill/>
                    </a:lnT>
                    <a:lnB>
                      <a:noFill/>
                    </a:lnB>
                    <a:noFill/>
                  </a:tcPr>
                </a:tc>
                <a:tc>
                  <a:txBody>
                    <a:bodyPr/>
                    <a:lstStyle/>
                    <a:p>
                      <a:pPr algn="l" fontAlgn="b">
                        <a:buNone/>
                      </a:pPr>
                      <a:endParaRPr lang="tr-TR"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217" marR="2217" marT="2217" marB="0" anchor="b">
                    <a:lnL>
                      <a:noFill/>
                    </a:lnL>
                    <a:lnR>
                      <a:noFill/>
                    </a:lnR>
                    <a:lnT>
                      <a:noFill/>
                    </a:lnT>
                    <a:lnB>
                      <a:noFill/>
                    </a:lnB>
                    <a:noFill/>
                  </a:tcPr>
                </a:tc>
                <a:extLst>
                  <a:ext uri="{0D108BD9-81ED-4DB2-BD59-A6C34878D82A}">
                    <a16:rowId xmlns:a16="http://schemas.microsoft.com/office/drawing/2014/main" val="2019781249"/>
                  </a:ext>
                </a:extLst>
              </a:tr>
              <a:tr h="393215">
                <a:tc gridSpan="2">
                  <a:txBody>
                    <a:bodyPr/>
                    <a:lstStyle/>
                    <a:p>
                      <a:pPr algn="l" fontAlgn="b">
                        <a:buNone/>
                      </a:pPr>
                      <a:r>
                        <a:rPr lang="it-IT" sz="1600" b="0" i="0" u="none" strike="noStrike" dirty="0">
                          <a:solidFill>
                            <a:srgbClr val="000000"/>
                          </a:solidFill>
                          <a:effectLst/>
                          <a:latin typeface="Times New Roman" panose="02020603050405020304" pitchFamily="18" charset="0"/>
                          <a:cs typeface="Times New Roman" panose="02020603050405020304" pitchFamily="18" charset="0"/>
                        </a:rPr>
                        <a:t>testa_25,0.375,Benign,Benign,0.44999999999999996</a:t>
                      </a:r>
                    </a:p>
                  </a:txBody>
                  <a:tcPr marL="2217" marR="2217" marT="2217" marB="0" anchor="b">
                    <a:lnL>
                      <a:noFill/>
                    </a:lnL>
                    <a:lnR>
                      <a:noFill/>
                    </a:lnR>
                    <a:lnT>
                      <a:noFill/>
                    </a:lnT>
                    <a:lnB>
                      <a:noFill/>
                    </a:lnB>
                    <a:noFill/>
                  </a:tcPr>
                </a:tc>
                <a:tc hMerge="1">
                  <a:txBody>
                    <a:bodyPr/>
                    <a:lstStyle/>
                    <a:p>
                      <a:endParaRPr lang="tr-TR"/>
                    </a:p>
                  </a:txBody>
                  <a:tcPr/>
                </a:tc>
                <a:tc>
                  <a:txBody>
                    <a:bodyPr/>
                    <a:lstStyle/>
                    <a:p>
                      <a:pPr algn="l" fontAlgn="b">
                        <a:buNone/>
                      </a:pPr>
                      <a:endParaRPr lang="tr-TR"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217" marR="2217" marT="2217" marB="0" anchor="b">
                    <a:lnL>
                      <a:noFill/>
                    </a:lnL>
                    <a:lnR>
                      <a:noFill/>
                    </a:lnR>
                    <a:lnT>
                      <a:noFill/>
                    </a:lnT>
                    <a:lnB>
                      <a:noFill/>
                    </a:lnB>
                    <a:noFill/>
                  </a:tcPr>
                </a:tc>
                <a:extLst>
                  <a:ext uri="{0D108BD9-81ED-4DB2-BD59-A6C34878D82A}">
                    <a16:rowId xmlns:a16="http://schemas.microsoft.com/office/drawing/2014/main" val="756732654"/>
                  </a:ext>
                </a:extLst>
              </a:tr>
              <a:tr h="393215">
                <a:tc gridSpan="3">
                  <a:txBody>
                    <a:bodyPr/>
                    <a:lstStyle/>
                    <a:p>
                      <a:pPr algn="l" fontAlgn="b">
                        <a:buNone/>
                      </a:pPr>
                      <a:r>
                        <a:rPr lang="it-IT" sz="1600" b="0" i="0" u="none" strike="noStrike" dirty="0">
                          <a:solidFill>
                            <a:srgbClr val="000000"/>
                          </a:solidFill>
                          <a:effectLst/>
                          <a:latin typeface="Times New Roman" panose="02020603050405020304" pitchFamily="18" charset="0"/>
                          <a:cs typeface="Times New Roman" panose="02020603050405020304" pitchFamily="18" charset="0"/>
                        </a:rPr>
                        <a:t>testa_27,0.19047619047619047,Benign,Benign,0.44999999999999996</a:t>
                      </a:r>
                    </a:p>
                  </a:txBody>
                  <a:tcPr marL="2217" marR="2217" marT="2217" marB="0" anchor="b">
                    <a:lnL>
                      <a:noFill/>
                    </a:lnL>
                    <a:lnR>
                      <a:noFill/>
                    </a:lnR>
                    <a:lnT>
                      <a:noFill/>
                    </a:lnT>
                    <a:lnB>
                      <a:noFill/>
                    </a:lnB>
                    <a:noFill/>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val="1432896438"/>
                  </a:ext>
                </a:extLst>
              </a:tr>
              <a:tr h="393215">
                <a:tc gridSpan="3">
                  <a:txBody>
                    <a:bodyPr/>
                    <a:lstStyle/>
                    <a:p>
                      <a:pPr algn="l" fontAlgn="b">
                        <a:buNone/>
                      </a:pPr>
                      <a:r>
                        <a:rPr lang="it-IT" sz="1600" b="0" i="0" u="none" strike="noStrike" dirty="0">
                          <a:solidFill>
                            <a:srgbClr val="000000"/>
                          </a:solidFill>
                          <a:effectLst/>
                          <a:latin typeface="Times New Roman" panose="02020603050405020304" pitchFamily="18" charset="0"/>
                          <a:cs typeface="Times New Roman" panose="02020603050405020304" pitchFamily="18" charset="0"/>
                        </a:rPr>
                        <a:t>testa_28,0.1111111111111111,Benign,Benign,0.44999999999999996</a:t>
                      </a:r>
                    </a:p>
                  </a:txBody>
                  <a:tcPr marL="2217" marR="2217" marT="2217" marB="0" anchor="b">
                    <a:lnL>
                      <a:noFill/>
                    </a:lnL>
                    <a:lnR>
                      <a:noFill/>
                    </a:lnR>
                    <a:lnT>
                      <a:noFill/>
                    </a:lnT>
                    <a:lnB>
                      <a:noFill/>
                    </a:lnB>
                    <a:noFill/>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val="2799185848"/>
                  </a:ext>
                </a:extLst>
              </a:tr>
            </a:tbl>
          </a:graphicData>
        </a:graphic>
      </p:graphicFrame>
    </p:spTree>
    <p:extLst>
      <p:ext uri="{BB962C8B-B14F-4D97-AF65-F5344CB8AC3E}">
        <p14:creationId xmlns:p14="http://schemas.microsoft.com/office/powerpoint/2010/main" val="2783627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16963-8A1D-D4CD-68B2-2543E597848B}"/>
            </a:ext>
          </a:extLst>
        </p:cNvPr>
        <p:cNvGrpSpPr/>
        <p:nvPr/>
      </p:nvGrpSpPr>
      <p:grpSpPr>
        <a:xfrm>
          <a:off x="0" y="0"/>
          <a:ext cx="0" cy="0"/>
          <a:chOff x="0" y="0"/>
          <a:chExt cx="0" cy="0"/>
        </a:xfrm>
      </p:grpSpPr>
      <p:pic>
        <p:nvPicPr>
          <p:cNvPr id="9" name="Grafik 8">
            <a:extLst>
              <a:ext uri="{FF2B5EF4-FFF2-40B4-BE49-F238E27FC236}">
                <a16:creationId xmlns:a16="http://schemas.microsoft.com/office/drawing/2014/main" id="{E87D2B8A-13A4-FCE8-669E-38B84A61F79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12" y="333257"/>
            <a:ext cx="12266928" cy="1113301"/>
          </a:xfrm>
          <a:prstGeom prst="rect">
            <a:avLst/>
          </a:prstGeom>
        </p:spPr>
      </p:pic>
      <p:sp>
        <p:nvSpPr>
          <p:cNvPr id="2" name="Başlık 1">
            <a:extLst>
              <a:ext uri="{FF2B5EF4-FFF2-40B4-BE49-F238E27FC236}">
                <a16:creationId xmlns:a16="http://schemas.microsoft.com/office/drawing/2014/main" id="{FD8D37D8-B0DB-2846-3274-CE01CDBC42F0}"/>
              </a:ext>
            </a:extLst>
          </p:cNvPr>
          <p:cNvSpPr>
            <a:spLocks noGrp="1"/>
          </p:cNvSpPr>
          <p:nvPr>
            <p:ph type="title"/>
          </p:nvPr>
        </p:nvSpPr>
        <p:spPr>
          <a:xfrm>
            <a:off x="4160110" y="543499"/>
            <a:ext cx="7659584" cy="1017134"/>
          </a:xfrm>
        </p:spPr>
        <p:txBody>
          <a:bodyPr>
            <a:normAutofit/>
          </a:bodyPr>
          <a:lstStyle/>
          <a:p>
            <a:pPr algn="ctr"/>
            <a:r>
              <a:rPr lang="tr-TR" b="1" dirty="0">
                <a:solidFill>
                  <a:srgbClr val="0070C0"/>
                </a:solidFill>
              </a:rPr>
              <a:t>PERFORMANS METRİKLERİ</a:t>
            </a:r>
          </a:p>
        </p:txBody>
      </p:sp>
      <mc:AlternateContent xmlns:mc="http://schemas.openxmlformats.org/markup-compatibility/2006" xmlns:a14="http://schemas.microsoft.com/office/drawing/2010/main">
        <mc:Choice Requires="a14">
          <p:sp>
            <p:nvSpPr>
              <p:cNvPr id="3" name="İçerik Yer Tutucusu 2">
                <a:extLst>
                  <a:ext uri="{FF2B5EF4-FFF2-40B4-BE49-F238E27FC236}">
                    <a16:creationId xmlns:a16="http://schemas.microsoft.com/office/drawing/2014/main" id="{E9C7E735-3E10-C5C8-AA3D-01236FA1FBB4}"/>
                  </a:ext>
                </a:extLst>
              </p:cNvPr>
              <p:cNvSpPr>
                <a:spLocks noGrp="1"/>
              </p:cNvSpPr>
              <p:nvPr>
                <p:ph idx="1"/>
              </p:nvPr>
            </p:nvSpPr>
            <p:spPr>
              <a:xfrm>
                <a:off x="625965" y="1939265"/>
                <a:ext cx="11072771" cy="4649999"/>
              </a:xfrm>
            </p:spPr>
            <p:txBody>
              <a:bodyPr>
                <a:normAutofit/>
              </a:bodyPr>
              <a:lstStyle/>
              <a:p>
                <a:pPr marL="0" indent="0">
                  <a:buNone/>
                </a:pPr>
                <a:r>
                  <a:rPr lang="tr-TR" b="1" dirty="0"/>
                  <a:t>Eşik Bağımsız Ölçüt: ROC–AUC</a:t>
                </a:r>
                <a:endParaRPr lang="tr-TR" sz="1800" dirty="0"/>
              </a:p>
              <a:p>
                <a:pPr marL="0" indent="0" algn="ctr">
                  <a:buNone/>
                </a:pPr>
                <a14:m>
                  <m:oMathPara xmlns:m="http://schemas.openxmlformats.org/officeDocument/2006/math">
                    <m:oMathParaPr>
                      <m:jc m:val="centerGroup"/>
                    </m:oMathParaPr>
                    <m:oMath xmlns:m="http://schemas.openxmlformats.org/officeDocument/2006/math">
                      <m:r>
                        <m:rPr>
                          <m:nor/>
                        </m:rPr>
                        <a:rPr lang="tr-TR"/>
                        <m:t>TPR</m:t>
                      </m:r>
                      <m:d>
                        <m:dPr>
                          <m:ctrlPr>
                            <a:rPr lang="tr-TR" i="1">
                              <a:latin typeface="Cambria Math" panose="02040503050406030204" pitchFamily="18" charset="0"/>
                            </a:rPr>
                          </m:ctrlPr>
                        </m:dPr>
                        <m:e>
                          <m:r>
                            <a:rPr lang="tr-TR" i="1">
                              <a:latin typeface="Cambria Math" panose="02040503050406030204" pitchFamily="18" charset="0"/>
                            </a:rPr>
                            <m:t>𝜏</m:t>
                          </m:r>
                        </m:e>
                      </m:d>
                      <m:r>
                        <a:rPr lang="tr-TR" i="1">
                          <a:latin typeface="Cambria Math" panose="02040503050406030204" pitchFamily="18" charset="0"/>
                        </a:rPr>
                        <m:t>=</m:t>
                      </m:r>
                      <m:f>
                        <m:fPr>
                          <m:ctrlPr>
                            <a:rPr lang="tr-TR" i="1">
                              <a:latin typeface="Cambria Math" panose="02040503050406030204" pitchFamily="18" charset="0"/>
                            </a:rPr>
                          </m:ctrlPr>
                        </m:fPr>
                        <m:num>
                          <m:r>
                            <a:rPr lang="tr-TR" i="1">
                              <a:latin typeface="Cambria Math" panose="02040503050406030204" pitchFamily="18" charset="0"/>
                            </a:rPr>
                            <m:t>𝑇𝑃</m:t>
                          </m:r>
                          <m:d>
                            <m:dPr>
                              <m:ctrlPr>
                                <a:rPr lang="tr-TR" i="1">
                                  <a:latin typeface="Cambria Math" panose="02040503050406030204" pitchFamily="18" charset="0"/>
                                </a:rPr>
                              </m:ctrlPr>
                            </m:dPr>
                            <m:e>
                              <m:r>
                                <a:rPr lang="tr-TR" i="1">
                                  <a:latin typeface="Cambria Math" panose="02040503050406030204" pitchFamily="18" charset="0"/>
                                </a:rPr>
                                <m:t>𝜏</m:t>
                              </m:r>
                            </m:e>
                          </m:d>
                        </m:num>
                        <m:den>
                          <m:r>
                            <a:rPr lang="tr-TR" i="1">
                              <a:latin typeface="Cambria Math" panose="02040503050406030204" pitchFamily="18" charset="0"/>
                            </a:rPr>
                            <m:t>𝑇𝑃</m:t>
                          </m:r>
                          <m:d>
                            <m:dPr>
                              <m:ctrlPr>
                                <a:rPr lang="tr-TR" i="1">
                                  <a:latin typeface="Cambria Math" panose="02040503050406030204" pitchFamily="18" charset="0"/>
                                </a:rPr>
                              </m:ctrlPr>
                            </m:dPr>
                            <m:e>
                              <m:r>
                                <a:rPr lang="tr-TR" i="1">
                                  <a:latin typeface="Cambria Math" panose="02040503050406030204" pitchFamily="18" charset="0"/>
                                </a:rPr>
                                <m:t>𝜏</m:t>
                              </m:r>
                            </m:e>
                          </m:d>
                          <m:r>
                            <a:rPr lang="tr-TR" i="1">
                              <a:latin typeface="Cambria Math" panose="02040503050406030204" pitchFamily="18" charset="0"/>
                            </a:rPr>
                            <m:t>+</m:t>
                          </m:r>
                          <m:r>
                            <a:rPr lang="tr-TR" i="1">
                              <a:latin typeface="Cambria Math" panose="02040503050406030204" pitchFamily="18" charset="0"/>
                            </a:rPr>
                            <m:t>𝐹𝑁</m:t>
                          </m:r>
                          <m:d>
                            <m:dPr>
                              <m:ctrlPr>
                                <a:rPr lang="tr-TR" i="1">
                                  <a:latin typeface="Cambria Math" panose="02040503050406030204" pitchFamily="18" charset="0"/>
                                </a:rPr>
                              </m:ctrlPr>
                            </m:dPr>
                            <m:e>
                              <m:r>
                                <a:rPr lang="tr-TR" i="1">
                                  <a:latin typeface="Cambria Math" panose="02040503050406030204" pitchFamily="18" charset="0"/>
                                </a:rPr>
                                <m:t>𝜏</m:t>
                              </m:r>
                            </m:e>
                          </m:d>
                        </m:den>
                      </m:f>
                    </m:oMath>
                  </m:oMathPara>
                </a14:m>
                <a:endParaRPr lang="tr-TR" dirty="0"/>
              </a:p>
              <a:p>
                <a:pPr marL="0" indent="0" algn="ctr">
                  <a:buNone/>
                </a:pPr>
                <a:endParaRPr lang="tr-TR" dirty="0"/>
              </a:p>
              <a:p>
                <a:pPr marL="0" indent="0" algn="ctr">
                  <a:buNone/>
                </a:pPr>
                <a14:m>
                  <m:oMathPara xmlns:m="http://schemas.openxmlformats.org/officeDocument/2006/math">
                    <m:oMathParaPr>
                      <m:jc m:val="centerGroup"/>
                    </m:oMathParaPr>
                    <m:oMath xmlns:m="http://schemas.openxmlformats.org/officeDocument/2006/math">
                      <m:r>
                        <m:rPr>
                          <m:nor/>
                        </m:rPr>
                        <a:rPr lang="tr-TR"/>
                        <m:t>FPR</m:t>
                      </m:r>
                      <m:d>
                        <m:dPr>
                          <m:ctrlPr>
                            <a:rPr lang="tr-TR" i="1">
                              <a:latin typeface="Cambria Math" panose="02040503050406030204" pitchFamily="18" charset="0"/>
                            </a:rPr>
                          </m:ctrlPr>
                        </m:dPr>
                        <m:e>
                          <m:r>
                            <a:rPr lang="tr-TR" i="1">
                              <a:latin typeface="Cambria Math" panose="02040503050406030204" pitchFamily="18" charset="0"/>
                            </a:rPr>
                            <m:t>𝜏</m:t>
                          </m:r>
                        </m:e>
                      </m:d>
                      <m:r>
                        <a:rPr lang="tr-TR" i="1">
                          <a:latin typeface="Cambria Math" panose="02040503050406030204" pitchFamily="18" charset="0"/>
                        </a:rPr>
                        <m:t>=</m:t>
                      </m:r>
                      <m:f>
                        <m:fPr>
                          <m:ctrlPr>
                            <a:rPr lang="tr-TR" i="1">
                              <a:latin typeface="Cambria Math" panose="02040503050406030204" pitchFamily="18" charset="0"/>
                            </a:rPr>
                          </m:ctrlPr>
                        </m:fPr>
                        <m:num>
                          <m:r>
                            <a:rPr lang="tr-TR" i="1">
                              <a:latin typeface="Cambria Math" panose="02040503050406030204" pitchFamily="18" charset="0"/>
                            </a:rPr>
                            <m:t>𝐹𝑃</m:t>
                          </m:r>
                          <m:r>
                            <a:rPr lang="tr-TR" i="1">
                              <a:latin typeface="Cambria Math" panose="02040503050406030204" pitchFamily="18" charset="0"/>
                            </a:rPr>
                            <m:t>(</m:t>
                          </m:r>
                          <m:r>
                            <a:rPr lang="tr-TR" i="1">
                              <a:latin typeface="Cambria Math" panose="02040503050406030204" pitchFamily="18" charset="0"/>
                            </a:rPr>
                            <m:t>𝜏</m:t>
                          </m:r>
                          <m:r>
                            <a:rPr lang="tr-TR" i="1">
                              <a:latin typeface="Cambria Math" panose="02040503050406030204" pitchFamily="18" charset="0"/>
                            </a:rPr>
                            <m:t>)</m:t>
                          </m:r>
                        </m:num>
                        <m:den>
                          <m:r>
                            <a:rPr lang="tr-TR" i="1">
                              <a:latin typeface="Cambria Math" panose="02040503050406030204" pitchFamily="18" charset="0"/>
                            </a:rPr>
                            <m:t>𝐹𝑃</m:t>
                          </m:r>
                          <m:r>
                            <a:rPr lang="tr-TR" i="1">
                              <a:latin typeface="Cambria Math" panose="02040503050406030204" pitchFamily="18" charset="0"/>
                            </a:rPr>
                            <m:t>(</m:t>
                          </m:r>
                          <m:r>
                            <a:rPr lang="tr-TR" i="1">
                              <a:latin typeface="Cambria Math" panose="02040503050406030204" pitchFamily="18" charset="0"/>
                            </a:rPr>
                            <m:t>𝜏</m:t>
                          </m:r>
                          <m:r>
                            <a:rPr lang="tr-TR" i="1">
                              <a:latin typeface="Cambria Math" panose="02040503050406030204" pitchFamily="18" charset="0"/>
                            </a:rPr>
                            <m:t>)+</m:t>
                          </m:r>
                          <m:r>
                            <a:rPr lang="tr-TR" i="1">
                              <a:latin typeface="Cambria Math" panose="02040503050406030204" pitchFamily="18" charset="0"/>
                            </a:rPr>
                            <m:t>𝑇𝑁</m:t>
                          </m:r>
                          <m:r>
                            <a:rPr lang="tr-TR" i="1">
                              <a:latin typeface="Cambria Math" panose="02040503050406030204" pitchFamily="18" charset="0"/>
                            </a:rPr>
                            <m:t>(</m:t>
                          </m:r>
                          <m:r>
                            <a:rPr lang="tr-TR" i="1">
                              <a:latin typeface="Cambria Math" panose="02040503050406030204" pitchFamily="18" charset="0"/>
                            </a:rPr>
                            <m:t>𝜏</m:t>
                          </m:r>
                          <m:r>
                            <a:rPr lang="tr-TR" i="1">
                              <a:latin typeface="Cambria Math" panose="02040503050406030204" pitchFamily="18" charset="0"/>
                            </a:rPr>
                            <m:t>)</m:t>
                          </m:r>
                        </m:den>
                      </m:f>
                    </m:oMath>
                  </m:oMathPara>
                </a14:m>
                <a:endParaRPr lang="tr-TR" dirty="0"/>
              </a:p>
              <a:p>
                <a:pPr marL="0" indent="0" algn="ctr">
                  <a:buNone/>
                </a:pPr>
                <a:endParaRPr lang="tr-TR" dirty="0"/>
              </a:p>
              <a:p>
                <a:pPr marL="0" indent="0" algn="ctr">
                  <a:buNone/>
                </a:pPr>
                <a14:m>
                  <m:oMathPara xmlns:m="http://schemas.openxmlformats.org/officeDocument/2006/math">
                    <m:oMathParaPr>
                      <m:jc m:val="centerGroup"/>
                    </m:oMathParaPr>
                    <m:oMath xmlns:m="http://schemas.openxmlformats.org/officeDocument/2006/math">
                      <m:r>
                        <m:rPr>
                          <m:nor/>
                        </m:rPr>
                        <a:rPr lang="tr-TR"/>
                        <m:t>AUC</m:t>
                      </m:r>
                      <m:r>
                        <a:rPr lang="tr-TR" i="1">
                          <a:latin typeface="Cambria Math" panose="02040503050406030204" pitchFamily="18" charset="0"/>
                        </a:rPr>
                        <m:t>=</m:t>
                      </m:r>
                      <m:nary>
                        <m:naryPr>
                          <m:limLoc m:val="subSup"/>
                          <m:grow m:val="on"/>
                          <m:ctrlPr>
                            <a:rPr lang="tr-TR" i="1">
                              <a:latin typeface="Cambria Math" panose="02040503050406030204" pitchFamily="18" charset="0"/>
                            </a:rPr>
                          </m:ctrlPr>
                        </m:naryPr>
                        <m:sub>
                          <m:r>
                            <a:rPr lang="tr-TR" i="1">
                              <a:latin typeface="Cambria Math" panose="02040503050406030204" pitchFamily="18" charset="0"/>
                            </a:rPr>
                            <m:t>0</m:t>
                          </m:r>
                        </m:sub>
                        <m:sup>
                          <m:r>
                            <a:rPr lang="tr-TR" i="1">
                              <a:latin typeface="Cambria Math" panose="02040503050406030204" pitchFamily="18" charset="0"/>
                            </a:rPr>
                            <m:t>1</m:t>
                          </m:r>
                        </m:sup>
                        <m:e>
                          <m:r>
                            <m:rPr>
                              <m:nor/>
                            </m:rPr>
                            <a:rPr lang="tr-TR"/>
                            <m:t>TPR</m:t>
                          </m:r>
                          <m:r>
                            <a:rPr lang="tr-TR" i="1">
                              <a:latin typeface="Cambria Math" panose="02040503050406030204" pitchFamily="18" charset="0"/>
                            </a:rPr>
                            <m:t>(</m:t>
                          </m:r>
                          <m:r>
                            <m:rPr>
                              <m:nor/>
                            </m:rPr>
                            <a:rPr lang="tr-TR"/>
                            <m:t>FPR</m:t>
                          </m:r>
                          <m:r>
                            <a:rPr lang="tr-TR" i="1">
                              <a:latin typeface="Cambria Math" panose="02040503050406030204" pitchFamily="18" charset="0"/>
                            </a:rPr>
                            <m:t>)</m:t>
                          </m:r>
                          <m:r>
                            <m:rPr>
                              <m:nor/>
                            </m:rPr>
                            <a:rPr lang="tr-TR"/>
                            <m:t> </m:t>
                          </m:r>
                          <m:r>
                            <a:rPr lang="tr-TR" i="1">
                              <a:latin typeface="Cambria Math" panose="02040503050406030204" pitchFamily="18" charset="0"/>
                            </a:rPr>
                            <m:t>𝑑</m:t>
                          </m:r>
                          <m:r>
                            <a:rPr lang="tr-TR" i="1">
                              <a:latin typeface="Cambria Math" panose="02040503050406030204" pitchFamily="18" charset="0"/>
                            </a:rPr>
                            <m:t>(</m:t>
                          </m:r>
                          <m:r>
                            <m:rPr>
                              <m:nor/>
                            </m:rPr>
                            <a:rPr lang="tr-TR"/>
                            <m:t>FPR</m:t>
                          </m:r>
                          <m:r>
                            <a:rPr lang="tr-TR" i="1">
                              <a:latin typeface="Cambria Math" panose="02040503050406030204" pitchFamily="18" charset="0"/>
                            </a:rPr>
                            <m:t>)</m:t>
                          </m:r>
                        </m:e>
                      </m:nary>
                    </m:oMath>
                  </m:oMathPara>
                </a14:m>
                <a:endParaRPr lang="tr-TR" sz="1800" dirty="0"/>
              </a:p>
              <a:p>
                <a:pPr marL="0" indent="0" algn="just">
                  <a:buNone/>
                </a:pPr>
                <a:endParaRPr lang="tr-TR" sz="1800" dirty="0"/>
              </a:p>
            </p:txBody>
          </p:sp>
        </mc:Choice>
        <mc:Fallback xmlns="">
          <p:sp>
            <p:nvSpPr>
              <p:cNvPr id="3" name="İçerik Yer Tutucusu 2">
                <a:extLst>
                  <a:ext uri="{FF2B5EF4-FFF2-40B4-BE49-F238E27FC236}">
                    <a16:creationId xmlns:a16="http://schemas.microsoft.com/office/drawing/2014/main" id="{E9C7E735-3E10-C5C8-AA3D-01236FA1FBB4}"/>
                  </a:ext>
                </a:extLst>
              </p:cNvPr>
              <p:cNvSpPr>
                <a:spLocks noGrp="1" noRot="1" noChangeAspect="1" noMove="1" noResize="1" noEditPoints="1" noAdjustHandles="1" noChangeArrowheads="1" noChangeShapeType="1" noTextEdit="1"/>
              </p:cNvSpPr>
              <p:nvPr>
                <p:ph idx="1"/>
              </p:nvPr>
            </p:nvSpPr>
            <p:spPr>
              <a:xfrm>
                <a:off x="625965" y="1939265"/>
                <a:ext cx="11072771" cy="4649999"/>
              </a:xfrm>
              <a:blipFill>
                <a:blip r:embed="rId4"/>
                <a:stretch>
                  <a:fillRect l="-1156" t="-2097"/>
                </a:stretch>
              </a:blipFill>
            </p:spPr>
            <p:txBody>
              <a:bodyPr/>
              <a:lstStyle/>
              <a:p>
                <a:r>
                  <a:rPr lang="tr-TR">
                    <a:noFill/>
                  </a:rPr>
                  <a:t> </a:t>
                </a:r>
              </a:p>
            </p:txBody>
          </p:sp>
        </mc:Fallback>
      </mc:AlternateContent>
      <p:sp>
        <p:nvSpPr>
          <p:cNvPr id="7" name="Slayt Numarası Yer Tutucusu 6">
            <a:extLst>
              <a:ext uri="{FF2B5EF4-FFF2-40B4-BE49-F238E27FC236}">
                <a16:creationId xmlns:a16="http://schemas.microsoft.com/office/drawing/2014/main" id="{6E6FA136-6513-3D71-17ED-20B2558ECAEA}"/>
              </a:ext>
            </a:extLst>
          </p:cNvPr>
          <p:cNvSpPr>
            <a:spLocks noGrp="1"/>
          </p:cNvSpPr>
          <p:nvPr>
            <p:ph type="sldNum" sz="quarter" idx="12"/>
          </p:nvPr>
        </p:nvSpPr>
        <p:spPr/>
        <p:txBody>
          <a:bodyPr/>
          <a:lstStyle/>
          <a:p>
            <a:fld id="{E92BF3B9-6EE5-47AC-BBFA-416823C8F6D3}" type="slidenum">
              <a:rPr lang="tr-TR" smtClean="0"/>
              <a:pPr/>
              <a:t>9</a:t>
            </a:fld>
            <a:r>
              <a:rPr lang="tr-TR" dirty="0"/>
              <a:t>/21</a:t>
            </a:r>
          </a:p>
        </p:txBody>
      </p:sp>
    </p:spTree>
    <p:extLst>
      <p:ext uri="{BB962C8B-B14F-4D97-AF65-F5344CB8AC3E}">
        <p14:creationId xmlns:p14="http://schemas.microsoft.com/office/powerpoint/2010/main" val="3906160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D4309-ABC6-3F03-0706-5FF9847F23DD}"/>
            </a:ext>
          </a:extLst>
        </p:cNvPr>
        <p:cNvGrpSpPr/>
        <p:nvPr/>
      </p:nvGrpSpPr>
      <p:grpSpPr>
        <a:xfrm>
          <a:off x="0" y="0"/>
          <a:ext cx="0" cy="0"/>
          <a:chOff x="0" y="0"/>
          <a:chExt cx="0" cy="0"/>
        </a:xfrm>
      </p:grpSpPr>
      <p:pic>
        <p:nvPicPr>
          <p:cNvPr id="9" name="Grafik 8">
            <a:extLst>
              <a:ext uri="{FF2B5EF4-FFF2-40B4-BE49-F238E27FC236}">
                <a16:creationId xmlns:a16="http://schemas.microsoft.com/office/drawing/2014/main" id="{857DA8C1-86F0-54E5-F593-5F6C518B36A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12" y="333257"/>
            <a:ext cx="12266928" cy="1113301"/>
          </a:xfrm>
          <a:prstGeom prst="rect">
            <a:avLst/>
          </a:prstGeom>
        </p:spPr>
      </p:pic>
      <p:sp>
        <p:nvSpPr>
          <p:cNvPr id="2" name="Başlık 1">
            <a:extLst>
              <a:ext uri="{FF2B5EF4-FFF2-40B4-BE49-F238E27FC236}">
                <a16:creationId xmlns:a16="http://schemas.microsoft.com/office/drawing/2014/main" id="{51D1461C-777B-178B-0342-6C5434F9107D}"/>
              </a:ext>
            </a:extLst>
          </p:cNvPr>
          <p:cNvSpPr>
            <a:spLocks noGrp="1"/>
          </p:cNvSpPr>
          <p:nvPr>
            <p:ph type="title"/>
          </p:nvPr>
        </p:nvSpPr>
        <p:spPr>
          <a:xfrm>
            <a:off x="4160110" y="543499"/>
            <a:ext cx="7659584" cy="1017134"/>
          </a:xfrm>
        </p:spPr>
        <p:txBody>
          <a:bodyPr>
            <a:normAutofit/>
          </a:bodyPr>
          <a:lstStyle/>
          <a:p>
            <a:pPr algn="ctr"/>
            <a:r>
              <a:rPr lang="tr-TR" b="1" dirty="0">
                <a:solidFill>
                  <a:srgbClr val="0070C0"/>
                </a:solidFill>
              </a:rPr>
              <a:t>PERFORMANS METRİKLERİ</a:t>
            </a:r>
          </a:p>
        </p:txBody>
      </p:sp>
      <mc:AlternateContent xmlns:mc="http://schemas.openxmlformats.org/markup-compatibility/2006" xmlns:a14="http://schemas.microsoft.com/office/drawing/2010/main">
        <mc:Choice Requires="a14">
          <p:sp>
            <p:nvSpPr>
              <p:cNvPr id="3" name="İçerik Yer Tutucusu 2">
                <a:extLst>
                  <a:ext uri="{FF2B5EF4-FFF2-40B4-BE49-F238E27FC236}">
                    <a16:creationId xmlns:a16="http://schemas.microsoft.com/office/drawing/2014/main" id="{8B500C17-B707-3860-6653-2AC22E016024}"/>
                  </a:ext>
                </a:extLst>
              </p:cNvPr>
              <p:cNvSpPr>
                <a:spLocks noGrp="1"/>
              </p:cNvSpPr>
              <p:nvPr>
                <p:ph idx="1"/>
              </p:nvPr>
            </p:nvSpPr>
            <p:spPr>
              <a:xfrm>
                <a:off x="447996" y="1446559"/>
                <a:ext cx="8248010" cy="5142706"/>
              </a:xfrm>
            </p:spPr>
            <p:txBody>
              <a:bodyPr>
                <a:normAutofit/>
              </a:bodyPr>
              <a:lstStyle/>
              <a:p>
                <a:pPr marL="0" indent="0">
                  <a:buNone/>
                </a:pPr>
                <a:r>
                  <a:rPr lang="tr-TR" b="1" dirty="0"/>
                  <a:t>Eşik Bağlı Ölçütler: Doğruluk, Kesinlik, Duyarlılık ve F1</a:t>
                </a:r>
              </a:p>
              <a:p>
                <a:r>
                  <a:rPr lang="tr-TR" b="1" dirty="0"/>
                  <a:t>Karışıklık matrisi</a:t>
                </a:r>
                <a:r>
                  <a:rPr lang="tr-TR" dirty="0"/>
                  <a:t> (Gerçek × Tahmin): </a:t>
                </a:r>
              </a:p>
              <a:p>
                <a:endParaRPr lang="tr-TR" dirty="0"/>
              </a:p>
              <a:p>
                <a:endParaRPr lang="tr-TR" dirty="0"/>
              </a:p>
              <a:p>
                <a:pPr marL="0" indent="0">
                  <a:buNone/>
                </a:pPr>
                <a14:m>
                  <m:oMathPara xmlns:m="http://schemas.openxmlformats.org/officeDocument/2006/math">
                    <m:oMathParaPr>
                      <m:jc m:val="left"/>
                    </m:oMathParaPr>
                    <m:oMath xmlns:m="http://schemas.openxmlformats.org/officeDocument/2006/math">
                      <m:m>
                        <m:mPr>
                          <m:plcHide m:val="on"/>
                          <m:mcs>
                            <m:mc>
                              <m:mcPr>
                                <m:count m:val="3"/>
                                <m:mcJc m:val="center"/>
                              </m:mcPr>
                            </m:mc>
                          </m:mcs>
                          <m:ctrlPr>
                            <a:rPr lang="tr-TR" i="1">
                              <a:latin typeface="Cambria Math" panose="02040503050406030204" pitchFamily="18" charset="0"/>
                            </a:rPr>
                          </m:ctrlPr>
                        </m:mPr>
                        <m:mr>
                          <m:e/>
                          <m:e>
                            <m:r>
                              <m:rPr>
                                <m:nor/>
                              </m:rPr>
                              <a:rPr lang="tr-TR"/>
                              <m:t>Benign</m:t>
                            </m:r>
                          </m:e>
                          <m:e>
                            <m:r>
                              <m:rPr>
                                <m:nor/>
                              </m:rPr>
                              <a:rPr lang="tr-TR"/>
                              <m:t>Malign</m:t>
                            </m:r>
                          </m:e>
                        </m:mr>
                        <m:mr>
                          <m:e>
                            <m:r>
                              <m:rPr>
                                <m:nor/>
                              </m:rPr>
                              <a:rPr lang="tr-TR"/>
                              <m:t>Benign</m:t>
                            </m:r>
                          </m:e>
                          <m:e>
                            <m:r>
                              <a:rPr lang="tr-TR" i="1">
                                <a:latin typeface="Cambria Math" panose="02040503050406030204" pitchFamily="18" charset="0"/>
                              </a:rPr>
                              <m:t>𝑇𝑁</m:t>
                            </m:r>
                          </m:e>
                          <m:e>
                            <m:r>
                              <a:rPr lang="tr-TR" i="1">
                                <a:latin typeface="Cambria Math" panose="02040503050406030204" pitchFamily="18" charset="0"/>
                              </a:rPr>
                              <m:t>𝐹𝑃</m:t>
                            </m:r>
                          </m:e>
                        </m:mr>
                        <m:mr>
                          <m:e>
                            <m:r>
                              <m:rPr>
                                <m:nor/>
                              </m:rPr>
                              <a:rPr lang="tr-TR"/>
                              <m:t>Malign</m:t>
                            </m:r>
                          </m:e>
                          <m:e>
                            <m:r>
                              <a:rPr lang="tr-TR" i="1">
                                <a:latin typeface="Cambria Math" panose="02040503050406030204" pitchFamily="18" charset="0"/>
                              </a:rPr>
                              <m:t>𝐹𝑁</m:t>
                            </m:r>
                          </m:e>
                          <m:e>
                            <m:r>
                              <a:rPr lang="tr-TR" i="1">
                                <a:latin typeface="Cambria Math" panose="02040503050406030204" pitchFamily="18" charset="0"/>
                              </a:rPr>
                              <m:t>𝑇𝑃</m:t>
                            </m:r>
                          </m:e>
                        </m:mr>
                      </m:m>
                    </m:oMath>
                  </m:oMathPara>
                </a14:m>
                <a:endParaRPr lang="tr-TR" dirty="0"/>
              </a:p>
              <a:p>
                <a:pPr marL="0" indent="0">
                  <a:buNone/>
                </a:pPr>
                <a:endParaRPr lang="tr-TR" dirty="0"/>
              </a:p>
              <a:p>
                <a:pPr marL="0" indent="0">
                  <a:buNone/>
                </a:pPr>
                <a:endParaRPr lang="tr-TR" dirty="0"/>
              </a:p>
              <a:p>
                <a:pPr marL="0" indent="0">
                  <a:buNone/>
                </a:pPr>
                <a:endParaRPr lang="tr-TR" sz="1800" dirty="0"/>
              </a:p>
            </p:txBody>
          </p:sp>
        </mc:Choice>
        <mc:Fallback xmlns="">
          <p:sp>
            <p:nvSpPr>
              <p:cNvPr id="3" name="İçerik Yer Tutucusu 2">
                <a:extLst>
                  <a:ext uri="{FF2B5EF4-FFF2-40B4-BE49-F238E27FC236}">
                    <a16:creationId xmlns:a16="http://schemas.microsoft.com/office/drawing/2014/main" id="{8B500C17-B707-3860-6653-2AC22E016024}"/>
                  </a:ext>
                </a:extLst>
              </p:cNvPr>
              <p:cNvSpPr>
                <a:spLocks noGrp="1" noRot="1" noChangeAspect="1" noMove="1" noResize="1" noEditPoints="1" noAdjustHandles="1" noChangeArrowheads="1" noChangeShapeType="1" noTextEdit="1"/>
              </p:cNvSpPr>
              <p:nvPr>
                <p:ph idx="1"/>
              </p:nvPr>
            </p:nvSpPr>
            <p:spPr>
              <a:xfrm>
                <a:off x="447996" y="1446559"/>
                <a:ext cx="8248010" cy="5142706"/>
              </a:xfrm>
              <a:blipFill>
                <a:blip r:embed="rId4"/>
                <a:stretch>
                  <a:fillRect l="-1477" t="-1896"/>
                </a:stretch>
              </a:blipFill>
            </p:spPr>
            <p:txBody>
              <a:bodyPr/>
              <a:lstStyle/>
              <a:p>
                <a:r>
                  <a:rPr lang="tr-TR">
                    <a:noFill/>
                  </a:rPr>
                  <a:t> </a:t>
                </a:r>
              </a:p>
            </p:txBody>
          </p:sp>
        </mc:Fallback>
      </mc:AlternateContent>
      <p:sp>
        <p:nvSpPr>
          <p:cNvPr id="7" name="Slayt Numarası Yer Tutucusu 6">
            <a:extLst>
              <a:ext uri="{FF2B5EF4-FFF2-40B4-BE49-F238E27FC236}">
                <a16:creationId xmlns:a16="http://schemas.microsoft.com/office/drawing/2014/main" id="{D73D25EE-FC94-855C-89ED-9FF4129EE75A}"/>
              </a:ext>
            </a:extLst>
          </p:cNvPr>
          <p:cNvSpPr>
            <a:spLocks noGrp="1"/>
          </p:cNvSpPr>
          <p:nvPr>
            <p:ph type="sldNum" sz="quarter" idx="12"/>
          </p:nvPr>
        </p:nvSpPr>
        <p:spPr/>
        <p:txBody>
          <a:bodyPr/>
          <a:lstStyle/>
          <a:p>
            <a:fld id="{E92BF3B9-6EE5-47AC-BBFA-416823C8F6D3}" type="slidenum">
              <a:rPr lang="tr-TR" smtClean="0"/>
              <a:pPr/>
              <a:t>10</a:t>
            </a:fld>
            <a:r>
              <a:rPr lang="tr-TR" dirty="0"/>
              <a:t>/21</a:t>
            </a:r>
          </a:p>
        </p:txBody>
      </p:sp>
      <mc:AlternateContent xmlns:mc="http://schemas.openxmlformats.org/markup-compatibility/2006" xmlns:a14="http://schemas.microsoft.com/office/drawing/2010/main">
        <mc:Choice Requires="a14">
          <p:sp>
            <p:nvSpPr>
              <p:cNvPr id="5" name="Metin kutusu 4">
                <a:extLst>
                  <a:ext uri="{FF2B5EF4-FFF2-40B4-BE49-F238E27FC236}">
                    <a16:creationId xmlns:a16="http://schemas.microsoft.com/office/drawing/2014/main" id="{8B0AB3A3-BF9C-E948-8FDC-2013E20F4BD2}"/>
                  </a:ext>
                </a:extLst>
              </p:cNvPr>
              <p:cNvSpPr txBox="1"/>
              <p:nvPr/>
            </p:nvSpPr>
            <p:spPr>
              <a:xfrm>
                <a:off x="4815942" y="2543844"/>
                <a:ext cx="6788960" cy="3995068"/>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m:rPr>
                          <m:nor/>
                        </m:rPr>
                        <a:rPr lang="tr-TR" sz="2400" smtClean="0"/>
                        <m:t>Accuracy</m:t>
                      </m:r>
                      <m:r>
                        <a:rPr lang="tr-TR" sz="2400" i="1">
                          <a:latin typeface="Cambria Math" panose="02040503050406030204" pitchFamily="18" charset="0"/>
                        </a:rPr>
                        <m:t>=</m:t>
                      </m:r>
                      <m:f>
                        <m:fPr>
                          <m:ctrlPr>
                            <a:rPr lang="tr-TR" sz="2400" i="1">
                              <a:latin typeface="Cambria Math" panose="02040503050406030204" pitchFamily="18" charset="0"/>
                            </a:rPr>
                          </m:ctrlPr>
                        </m:fPr>
                        <m:num>
                          <m:r>
                            <a:rPr lang="tr-TR" sz="2400" i="1">
                              <a:latin typeface="Cambria Math" panose="02040503050406030204" pitchFamily="18" charset="0"/>
                            </a:rPr>
                            <m:t>𝑇𝑃</m:t>
                          </m:r>
                          <m:r>
                            <a:rPr lang="tr-TR" sz="2400" i="1">
                              <a:latin typeface="Cambria Math" panose="02040503050406030204" pitchFamily="18" charset="0"/>
                            </a:rPr>
                            <m:t>+</m:t>
                          </m:r>
                          <m:r>
                            <a:rPr lang="tr-TR" sz="2400" i="1">
                              <a:latin typeface="Cambria Math" panose="02040503050406030204" pitchFamily="18" charset="0"/>
                            </a:rPr>
                            <m:t>𝑇𝑁</m:t>
                          </m:r>
                        </m:num>
                        <m:den>
                          <m:r>
                            <a:rPr lang="tr-TR" sz="2400" i="1">
                              <a:latin typeface="Cambria Math" panose="02040503050406030204" pitchFamily="18" charset="0"/>
                            </a:rPr>
                            <m:t>𝑇𝑃</m:t>
                          </m:r>
                          <m:r>
                            <a:rPr lang="tr-TR" sz="2400" i="1">
                              <a:latin typeface="Cambria Math" panose="02040503050406030204" pitchFamily="18" charset="0"/>
                            </a:rPr>
                            <m:t>+</m:t>
                          </m:r>
                          <m:r>
                            <a:rPr lang="tr-TR" sz="2400" i="1">
                              <a:latin typeface="Cambria Math" panose="02040503050406030204" pitchFamily="18" charset="0"/>
                            </a:rPr>
                            <m:t>𝑇𝑁</m:t>
                          </m:r>
                          <m:r>
                            <a:rPr lang="tr-TR" sz="2400" i="1">
                              <a:latin typeface="Cambria Math" panose="02040503050406030204" pitchFamily="18" charset="0"/>
                            </a:rPr>
                            <m:t>+</m:t>
                          </m:r>
                          <m:r>
                            <a:rPr lang="tr-TR" sz="2400" i="1">
                              <a:latin typeface="Cambria Math" panose="02040503050406030204" pitchFamily="18" charset="0"/>
                            </a:rPr>
                            <m:t>𝐹𝑃</m:t>
                          </m:r>
                          <m:r>
                            <a:rPr lang="tr-TR" sz="2400" i="1">
                              <a:latin typeface="Cambria Math" panose="02040503050406030204" pitchFamily="18" charset="0"/>
                            </a:rPr>
                            <m:t>+</m:t>
                          </m:r>
                          <m:r>
                            <a:rPr lang="tr-TR" sz="2400" i="1">
                              <a:latin typeface="Cambria Math" panose="02040503050406030204" pitchFamily="18" charset="0"/>
                            </a:rPr>
                            <m:t>𝐹𝑁</m:t>
                          </m:r>
                        </m:den>
                      </m:f>
                    </m:oMath>
                  </m:oMathPara>
                </a14:m>
                <a:endParaRPr lang="tr-TR" sz="2400" dirty="0"/>
              </a:p>
              <a:p>
                <a:pPr marL="0" indent="0">
                  <a:buNone/>
                </a:pPr>
                <a:endParaRPr lang="tr-TR" sz="2400" dirty="0"/>
              </a:p>
              <a:p>
                <a:pPr marL="0" indent="0">
                  <a:buNone/>
                </a:pPr>
                <a14:m>
                  <m:oMathPara xmlns:m="http://schemas.openxmlformats.org/officeDocument/2006/math">
                    <m:oMathParaPr>
                      <m:jc m:val="centerGroup"/>
                    </m:oMathParaPr>
                    <m:oMath xmlns:m="http://schemas.openxmlformats.org/officeDocument/2006/math">
                      <m:r>
                        <m:rPr>
                          <m:nor/>
                        </m:rPr>
                        <a:rPr lang="tr-TR" sz="2400"/>
                        <m:t>Precision</m:t>
                      </m:r>
                      <m:r>
                        <a:rPr lang="tr-TR" sz="2400" i="1">
                          <a:latin typeface="Cambria Math" panose="02040503050406030204" pitchFamily="18" charset="0"/>
                        </a:rPr>
                        <m:t>=</m:t>
                      </m:r>
                      <m:f>
                        <m:fPr>
                          <m:ctrlPr>
                            <a:rPr lang="tr-TR" sz="2400" i="1">
                              <a:latin typeface="Cambria Math" panose="02040503050406030204" pitchFamily="18" charset="0"/>
                            </a:rPr>
                          </m:ctrlPr>
                        </m:fPr>
                        <m:num>
                          <m:r>
                            <a:rPr lang="tr-TR" sz="2400" i="1">
                              <a:latin typeface="Cambria Math" panose="02040503050406030204" pitchFamily="18" charset="0"/>
                            </a:rPr>
                            <m:t>𝑇𝑃</m:t>
                          </m:r>
                        </m:num>
                        <m:den>
                          <m:r>
                            <a:rPr lang="tr-TR" sz="2400" i="1">
                              <a:latin typeface="Cambria Math" panose="02040503050406030204" pitchFamily="18" charset="0"/>
                            </a:rPr>
                            <m:t>𝑇𝑃</m:t>
                          </m:r>
                          <m:r>
                            <a:rPr lang="tr-TR" sz="2400" i="1">
                              <a:latin typeface="Cambria Math" panose="02040503050406030204" pitchFamily="18" charset="0"/>
                            </a:rPr>
                            <m:t>+</m:t>
                          </m:r>
                          <m:r>
                            <a:rPr lang="tr-TR" sz="2400" i="1">
                              <a:latin typeface="Cambria Math" panose="02040503050406030204" pitchFamily="18" charset="0"/>
                            </a:rPr>
                            <m:t>𝐹𝑃</m:t>
                          </m:r>
                        </m:den>
                      </m:f>
                    </m:oMath>
                  </m:oMathPara>
                </a14:m>
                <a:endParaRPr lang="tr-TR" sz="2400" dirty="0"/>
              </a:p>
              <a:p>
                <a:pPr marL="0" indent="0">
                  <a:buNone/>
                </a:pPr>
                <a:r>
                  <a:rPr lang="tr-TR" sz="2400" dirty="0"/>
                  <a:t> </a:t>
                </a:r>
              </a:p>
              <a:p>
                <a:pPr marL="0" indent="0">
                  <a:buNone/>
                </a:pPr>
                <a14:m>
                  <m:oMathPara xmlns:m="http://schemas.openxmlformats.org/officeDocument/2006/math">
                    <m:oMathParaPr>
                      <m:jc m:val="centerGroup"/>
                    </m:oMathParaPr>
                    <m:oMath xmlns:m="http://schemas.openxmlformats.org/officeDocument/2006/math">
                      <m:r>
                        <m:rPr>
                          <m:nor/>
                        </m:rPr>
                        <a:rPr lang="tr-TR" sz="2400"/>
                        <m:t>Recall</m:t>
                      </m:r>
                      <m:r>
                        <a:rPr lang="tr-TR" sz="2400" i="1">
                          <a:latin typeface="Cambria Math" panose="02040503050406030204" pitchFamily="18" charset="0"/>
                        </a:rPr>
                        <m:t>=</m:t>
                      </m:r>
                      <m:f>
                        <m:fPr>
                          <m:ctrlPr>
                            <a:rPr lang="tr-TR" sz="2400" i="1">
                              <a:latin typeface="Cambria Math" panose="02040503050406030204" pitchFamily="18" charset="0"/>
                            </a:rPr>
                          </m:ctrlPr>
                        </m:fPr>
                        <m:num>
                          <m:r>
                            <a:rPr lang="tr-TR" sz="2400" i="1">
                              <a:latin typeface="Cambria Math" panose="02040503050406030204" pitchFamily="18" charset="0"/>
                            </a:rPr>
                            <m:t>𝑇𝑃</m:t>
                          </m:r>
                        </m:num>
                        <m:den>
                          <m:r>
                            <a:rPr lang="tr-TR" sz="2400" i="1">
                              <a:latin typeface="Cambria Math" panose="02040503050406030204" pitchFamily="18" charset="0"/>
                            </a:rPr>
                            <m:t>𝑇𝑃</m:t>
                          </m:r>
                          <m:r>
                            <a:rPr lang="tr-TR" sz="2400" i="1">
                              <a:latin typeface="Cambria Math" panose="02040503050406030204" pitchFamily="18" charset="0"/>
                            </a:rPr>
                            <m:t>+</m:t>
                          </m:r>
                          <m:r>
                            <a:rPr lang="tr-TR" sz="2400" i="1">
                              <a:latin typeface="Cambria Math" panose="02040503050406030204" pitchFamily="18" charset="0"/>
                            </a:rPr>
                            <m:t>𝐹𝑁</m:t>
                          </m:r>
                        </m:den>
                      </m:f>
                    </m:oMath>
                  </m:oMathPara>
                </a14:m>
                <a:endParaRPr lang="tr-TR" sz="2400" dirty="0"/>
              </a:p>
              <a:p>
                <a:pPr marL="0" indent="0">
                  <a:buNone/>
                </a:pPr>
                <a:endParaRPr lang="tr-TR" sz="24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tr-TR" sz="2400" i="1">
                          <a:latin typeface="Cambria Math" panose="02040503050406030204" pitchFamily="18" charset="0"/>
                        </a:rPr>
                        <m:t>𝐹</m:t>
                      </m:r>
                      <m:r>
                        <a:rPr lang="tr-TR" sz="2400" i="1">
                          <a:latin typeface="Cambria Math" panose="02040503050406030204" pitchFamily="18" charset="0"/>
                        </a:rPr>
                        <m:t>1=2⋅</m:t>
                      </m:r>
                      <m:f>
                        <m:fPr>
                          <m:ctrlPr>
                            <a:rPr lang="tr-TR" sz="2400" i="1">
                              <a:latin typeface="Cambria Math" panose="02040503050406030204" pitchFamily="18" charset="0"/>
                            </a:rPr>
                          </m:ctrlPr>
                        </m:fPr>
                        <m:num>
                          <m:r>
                            <m:rPr>
                              <m:nor/>
                            </m:rPr>
                            <a:rPr lang="tr-TR" sz="2400"/>
                            <m:t>Precision</m:t>
                          </m:r>
                          <m:r>
                            <a:rPr lang="tr-TR" sz="2400" i="1">
                              <a:latin typeface="Cambria Math" panose="02040503050406030204" pitchFamily="18" charset="0"/>
                            </a:rPr>
                            <m:t>⋅</m:t>
                          </m:r>
                          <m:r>
                            <m:rPr>
                              <m:nor/>
                            </m:rPr>
                            <a:rPr lang="tr-TR" sz="2400"/>
                            <m:t>Recall</m:t>
                          </m:r>
                        </m:num>
                        <m:den>
                          <m:r>
                            <m:rPr>
                              <m:nor/>
                            </m:rPr>
                            <a:rPr lang="tr-TR" sz="2400"/>
                            <m:t>Precision</m:t>
                          </m:r>
                          <m:r>
                            <a:rPr lang="tr-TR" sz="2400" i="1">
                              <a:latin typeface="Cambria Math" panose="02040503050406030204" pitchFamily="18" charset="0"/>
                            </a:rPr>
                            <m:t>+</m:t>
                          </m:r>
                          <m:r>
                            <m:rPr>
                              <m:nor/>
                            </m:rPr>
                            <a:rPr lang="tr-TR" sz="2400"/>
                            <m:t>Recall</m:t>
                          </m:r>
                        </m:den>
                      </m:f>
                    </m:oMath>
                  </m:oMathPara>
                </a14:m>
                <a:endParaRPr lang="tr-TR" sz="2400" dirty="0"/>
              </a:p>
            </p:txBody>
          </p:sp>
        </mc:Choice>
        <mc:Fallback xmlns="">
          <p:sp>
            <p:nvSpPr>
              <p:cNvPr id="5" name="Metin kutusu 4">
                <a:extLst>
                  <a:ext uri="{FF2B5EF4-FFF2-40B4-BE49-F238E27FC236}">
                    <a16:creationId xmlns:a16="http://schemas.microsoft.com/office/drawing/2014/main" id="{8B0AB3A3-BF9C-E948-8FDC-2013E20F4BD2}"/>
                  </a:ext>
                </a:extLst>
              </p:cNvPr>
              <p:cNvSpPr txBox="1">
                <a:spLocks noRot="1" noChangeAspect="1" noMove="1" noResize="1" noEditPoints="1" noAdjustHandles="1" noChangeArrowheads="1" noChangeShapeType="1" noTextEdit="1"/>
              </p:cNvSpPr>
              <p:nvPr/>
            </p:nvSpPr>
            <p:spPr>
              <a:xfrm>
                <a:off x="4815942" y="2543844"/>
                <a:ext cx="6788960" cy="3995068"/>
              </a:xfrm>
              <a:prstGeom prst="rect">
                <a:avLst/>
              </a:prstGeom>
              <a:blipFill>
                <a:blip r:embed="rId5"/>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3770518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F20B8-A675-9497-AE75-BCBB22A0B26A}"/>
            </a:ext>
          </a:extLst>
        </p:cNvPr>
        <p:cNvGrpSpPr/>
        <p:nvPr/>
      </p:nvGrpSpPr>
      <p:grpSpPr>
        <a:xfrm>
          <a:off x="0" y="0"/>
          <a:ext cx="0" cy="0"/>
          <a:chOff x="0" y="0"/>
          <a:chExt cx="0" cy="0"/>
        </a:xfrm>
      </p:grpSpPr>
      <p:pic>
        <p:nvPicPr>
          <p:cNvPr id="9" name="Grafik 8">
            <a:extLst>
              <a:ext uri="{FF2B5EF4-FFF2-40B4-BE49-F238E27FC236}">
                <a16:creationId xmlns:a16="http://schemas.microsoft.com/office/drawing/2014/main" id="{996F5EBF-D7E9-C732-9498-DF1C5601FB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12" y="333257"/>
            <a:ext cx="12266928" cy="1113301"/>
          </a:xfrm>
          <a:prstGeom prst="rect">
            <a:avLst/>
          </a:prstGeom>
        </p:spPr>
      </p:pic>
      <p:sp>
        <p:nvSpPr>
          <p:cNvPr id="2" name="Başlık 1">
            <a:extLst>
              <a:ext uri="{FF2B5EF4-FFF2-40B4-BE49-F238E27FC236}">
                <a16:creationId xmlns:a16="http://schemas.microsoft.com/office/drawing/2014/main" id="{15A02BED-66B3-C4A1-8F6F-3BAE3371393C}"/>
              </a:ext>
            </a:extLst>
          </p:cNvPr>
          <p:cNvSpPr>
            <a:spLocks noGrp="1"/>
          </p:cNvSpPr>
          <p:nvPr>
            <p:ph type="title"/>
          </p:nvPr>
        </p:nvSpPr>
        <p:spPr>
          <a:xfrm>
            <a:off x="4160110" y="525088"/>
            <a:ext cx="7659584" cy="1017134"/>
          </a:xfrm>
        </p:spPr>
        <p:txBody>
          <a:bodyPr>
            <a:normAutofit/>
          </a:bodyPr>
          <a:lstStyle/>
          <a:p>
            <a:pPr algn="ctr"/>
            <a:r>
              <a:rPr lang="tr-TR" b="1" dirty="0">
                <a:solidFill>
                  <a:srgbClr val="0070C0"/>
                </a:solidFill>
              </a:rPr>
              <a:t>PERFORMANS METRİKLERİ</a:t>
            </a:r>
          </a:p>
        </p:txBody>
      </p:sp>
      <p:sp>
        <p:nvSpPr>
          <p:cNvPr id="3" name="İçerik Yer Tutucusu 2">
            <a:extLst>
              <a:ext uri="{FF2B5EF4-FFF2-40B4-BE49-F238E27FC236}">
                <a16:creationId xmlns:a16="http://schemas.microsoft.com/office/drawing/2014/main" id="{F8FEAF6F-84F3-766E-2476-10154EAD5D91}"/>
              </a:ext>
            </a:extLst>
          </p:cNvPr>
          <p:cNvSpPr>
            <a:spLocks noGrp="1"/>
          </p:cNvSpPr>
          <p:nvPr>
            <p:ph idx="1"/>
          </p:nvPr>
        </p:nvSpPr>
        <p:spPr>
          <a:xfrm>
            <a:off x="447996" y="1446559"/>
            <a:ext cx="6284197" cy="5142706"/>
          </a:xfrm>
        </p:spPr>
        <p:txBody>
          <a:bodyPr>
            <a:normAutofit lnSpcReduction="10000"/>
          </a:bodyPr>
          <a:lstStyle/>
          <a:p>
            <a:pPr marL="0" indent="0">
              <a:buNone/>
            </a:pPr>
            <a:r>
              <a:rPr lang="tr-TR" b="1" dirty="0"/>
              <a:t>Eşik Optimizasyonu (τ-seviyesi Tarama)</a:t>
            </a:r>
          </a:p>
          <a:p>
            <a:pPr marL="0" indent="0" algn="just">
              <a:buNone/>
            </a:pPr>
            <a:r>
              <a:rPr lang="tr-TR" dirty="0"/>
              <a:t>Eşik seçimindeki öznelliği azaltmak için, </a:t>
            </a:r>
            <a:r>
              <a:rPr lang="el-GR" dirty="0"/>
              <a:t>τ ∈ [0.30, 0.70] </a:t>
            </a:r>
            <a:r>
              <a:rPr lang="tr-TR" dirty="0"/>
              <a:t>aralığında kademeli tarama yapılmış; her </a:t>
            </a:r>
            <a:r>
              <a:rPr lang="el-GR" dirty="0"/>
              <a:t>τ </a:t>
            </a:r>
            <a:r>
              <a:rPr lang="tr-TR" dirty="0"/>
              <a:t>için </a:t>
            </a:r>
            <a:r>
              <a:rPr lang="tr-TR" dirty="0" err="1"/>
              <a:t>Accuracy</a:t>
            </a:r>
            <a:r>
              <a:rPr lang="tr-TR" dirty="0"/>
              <a:t>, Precision (</a:t>
            </a:r>
            <a:r>
              <a:rPr lang="tr-TR" dirty="0" err="1"/>
              <a:t>Malign</a:t>
            </a:r>
            <a:r>
              <a:rPr lang="tr-TR" dirty="0"/>
              <a:t>), </a:t>
            </a:r>
            <a:r>
              <a:rPr lang="tr-TR" dirty="0" err="1"/>
              <a:t>Recall</a:t>
            </a:r>
            <a:r>
              <a:rPr lang="tr-TR" dirty="0"/>
              <a:t> (</a:t>
            </a:r>
            <a:r>
              <a:rPr lang="tr-TR" dirty="0" err="1"/>
              <a:t>Malign</a:t>
            </a:r>
            <a:r>
              <a:rPr lang="tr-TR" dirty="0"/>
              <a:t>) ve F1(</a:t>
            </a:r>
            <a:r>
              <a:rPr lang="tr-TR" dirty="0" err="1"/>
              <a:t>Malign</a:t>
            </a:r>
            <a:r>
              <a:rPr lang="tr-TR" dirty="0"/>
              <a:t>) hesaplanmıştır.</a:t>
            </a:r>
          </a:p>
          <a:p>
            <a:pPr marL="0" indent="0">
              <a:buNone/>
            </a:pPr>
            <a:endParaRPr lang="tr-TR" dirty="0"/>
          </a:p>
          <a:p>
            <a:pPr marL="0" indent="0">
              <a:buNone/>
            </a:pPr>
            <a:r>
              <a:rPr lang="tr-TR" b="1" dirty="0"/>
              <a:t>Skor Dağılım Analizi (</a:t>
            </a:r>
            <a:r>
              <a:rPr lang="tr-TR" b="1" dirty="0" err="1"/>
              <a:t>p_anomali</a:t>
            </a:r>
            <a:r>
              <a:rPr lang="tr-TR" b="1" dirty="0"/>
              <a:t> Histogramları)</a:t>
            </a:r>
            <a:endParaRPr lang="tr-TR" dirty="0"/>
          </a:p>
          <a:p>
            <a:pPr marL="0" indent="0" algn="just">
              <a:buNone/>
            </a:pPr>
            <a:r>
              <a:rPr lang="tr-TR" dirty="0" err="1"/>
              <a:t>Benign</a:t>
            </a:r>
            <a:r>
              <a:rPr lang="tr-TR" dirty="0"/>
              <a:t> ve </a:t>
            </a:r>
            <a:r>
              <a:rPr lang="tr-TR" dirty="0" err="1"/>
              <a:t>malign</a:t>
            </a:r>
            <a:r>
              <a:rPr lang="tr-TR" dirty="0"/>
              <a:t> görüntüler için </a:t>
            </a:r>
            <a:r>
              <a:rPr lang="tr-TR" dirty="0" err="1"/>
              <a:t>p_anomali</a:t>
            </a:r>
            <a:r>
              <a:rPr lang="tr-TR" dirty="0"/>
              <a:t> dağılımları ayrı histogramlar halinde incelenmiştir.</a:t>
            </a:r>
          </a:p>
          <a:p>
            <a:pPr marL="0" indent="0">
              <a:buNone/>
            </a:pPr>
            <a:endParaRPr lang="tr-TR" dirty="0"/>
          </a:p>
          <a:p>
            <a:pPr marL="0" indent="0">
              <a:buNone/>
            </a:pPr>
            <a:endParaRPr lang="tr-TR" sz="1800" dirty="0"/>
          </a:p>
        </p:txBody>
      </p:sp>
      <p:sp>
        <p:nvSpPr>
          <p:cNvPr id="7" name="Slayt Numarası Yer Tutucusu 6">
            <a:extLst>
              <a:ext uri="{FF2B5EF4-FFF2-40B4-BE49-F238E27FC236}">
                <a16:creationId xmlns:a16="http://schemas.microsoft.com/office/drawing/2014/main" id="{FAC17DD3-B308-0BEB-B729-C93559CADC5C}"/>
              </a:ext>
            </a:extLst>
          </p:cNvPr>
          <p:cNvSpPr>
            <a:spLocks noGrp="1"/>
          </p:cNvSpPr>
          <p:nvPr>
            <p:ph type="sldNum" sz="quarter" idx="12"/>
          </p:nvPr>
        </p:nvSpPr>
        <p:spPr/>
        <p:txBody>
          <a:bodyPr/>
          <a:lstStyle/>
          <a:p>
            <a:fld id="{E92BF3B9-6EE5-47AC-BBFA-416823C8F6D3}" type="slidenum">
              <a:rPr lang="tr-TR" smtClean="0"/>
              <a:pPr/>
              <a:t>11</a:t>
            </a:fld>
            <a:r>
              <a:rPr lang="tr-TR" dirty="0"/>
              <a:t>/21</a:t>
            </a:r>
          </a:p>
        </p:txBody>
      </p:sp>
      <p:pic>
        <p:nvPicPr>
          <p:cNvPr id="4" name="Resim 3" descr="metin, ekran görüntüsü, diyagram, yazı tipi içeren bir resim&#10;&#10;Yapay zeka tarafından oluşturulmuş içerik yanlış olabilir.">
            <a:extLst>
              <a:ext uri="{FF2B5EF4-FFF2-40B4-BE49-F238E27FC236}">
                <a16:creationId xmlns:a16="http://schemas.microsoft.com/office/drawing/2014/main" id="{C2D69A6F-DD9F-2A6D-BC2F-F006C981C15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87417" y="4137515"/>
            <a:ext cx="3517167" cy="2556716"/>
          </a:xfrm>
          <a:prstGeom prst="rect">
            <a:avLst/>
          </a:prstGeom>
          <a:noFill/>
          <a:ln>
            <a:noFill/>
          </a:ln>
        </p:spPr>
      </p:pic>
      <p:pic>
        <p:nvPicPr>
          <p:cNvPr id="6" name="Resim 5" descr="metin, ekran görüntüsü, çizgi, diyagram içeren bir resim&#10;&#10;Yapay zeka tarafından oluşturulmuş içerik yanlış olabilir.">
            <a:extLst>
              <a:ext uri="{FF2B5EF4-FFF2-40B4-BE49-F238E27FC236}">
                <a16:creationId xmlns:a16="http://schemas.microsoft.com/office/drawing/2014/main" id="{4F0658A5-8801-F58A-5376-022901720AB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87417" y="1410752"/>
            <a:ext cx="3517166" cy="2345084"/>
          </a:xfrm>
          <a:prstGeom prst="rect">
            <a:avLst/>
          </a:prstGeom>
          <a:noFill/>
          <a:ln>
            <a:noFill/>
          </a:ln>
        </p:spPr>
      </p:pic>
    </p:spTree>
    <p:extLst>
      <p:ext uri="{BB962C8B-B14F-4D97-AF65-F5344CB8AC3E}">
        <p14:creationId xmlns:p14="http://schemas.microsoft.com/office/powerpoint/2010/main" val="512707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12489-3676-8165-6F14-9E30CBAB0518}"/>
            </a:ext>
          </a:extLst>
        </p:cNvPr>
        <p:cNvGrpSpPr/>
        <p:nvPr/>
      </p:nvGrpSpPr>
      <p:grpSpPr>
        <a:xfrm>
          <a:off x="0" y="0"/>
          <a:ext cx="0" cy="0"/>
          <a:chOff x="0" y="0"/>
          <a:chExt cx="0" cy="0"/>
        </a:xfrm>
      </p:grpSpPr>
      <p:pic>
        <p:nvPicPr>
          <p:cNvPr id="9" name="Grafik 8">
            <a:extLst>
              <a:ext uri="{FF2B5EF4-FFF2-40B4-BE49-F238E27FC236}">
                <a16:creationId xmlns:a16="http://schemas.microsoft.com/office/drawing/2014/main" id="{DC5C4216-6BDC-33BC-2D08-A9675EB626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12" y="333257"/>
            <a:ext cx="12266928" cy="1113301"/>
          </a:xfrm>
          <a:prstGeom prst="rect">
            <a:avLst/>
          </a:prstGeom>
        </p:spPr>
      </p:pic>
      <p:sp>
        <p:nvSpPr>
          <p:cNvPr id="2" name="Başlık 1">
            <a:extLst>
              <a:ext uri="{FF2B5EF4-FFF2-40B4-BE49-F238E27FC236}">
                <a16:creationId xmlns:a16="http://schemas.microsoft.com/office/drawing/2014/main" id="{0331AF91-2024-DF90-B854-2E8E41BE2607}"/>
              </a:ext>
            </a:extLst>
          </p:cNvPr>
          <p:cNvSpPr>
            <a:spLocks noGrp="1"/>
          </p:cNvSpPr>
          <p:nvPr>
            <p:ph type="title"/>
          </p:nvPr>
        </p:nvSpPr>
        <p:spPr>
          <a:xfrm>
            <a:off x="4160110" y="525088"/>
            <a:ext cx="7659584" cy="1017134"/>
          </a:xfrm>
        </p:spPr>
        <p:txBody>
          <a:bodyPr>
            <a:normAutofit/>
          </a:bodyPr>
          <a:lstStyle/>
          <a:p>
            <a:pPr algn="ctr"/>
            <a:r>
              <a:rPr lang="tr-TR" b="1" dirty="0">
                <a:solidFill>
                  <a:srgbClr val="0070C0"/>
                </a:solidFill>
              </a:rPr>
              <a:t>BULGULAR</a:t>
            </a:r>
          </a:p>
        </p:txBody>
      </p:sp>
      <p:sp>
        <p:nvSpPr>
          <p:cNvPr id="3" name="İçerik Yer Tutucusu 2">
            <a:extLst>
              <a:ext uri="{FF2B5EF4-FFF2-40B4-BE49-F238E27FC236}">
                <a16:creationId xmlns:a16="http://schemas.microsoft.com/office/drawing/2014/main" id="{FC23F3FE-B3F6-51F2-E4D3-43496FFB356E}"/>
              </a:ext>
            </a:extLst>
          </p:cNvPr>
          <p:cNvSpPr>
            <a:spLocks noGrp="1"/>
          </p:cNvSpPr>
          <p:nvPr>
            <p:ph idx="1"/>
          </p:nvPr>
        </p:nvSpPr>
        <p:spPr>
          <a:xfrm>
            <a:off x="447996" y="1446559"/>
            <a:ext cx="10997346" cy="5142706"/>
          </a:xfrm>
        </p:spPr>
        <p:txBody>
          <a:bodyPr>
            <a:normAutofit/>
          </a:bodyPr>
          <a:lstStyle/>
          <a:p>
            <a:pPr marL="0" indent="0">
              <a:buNone/>
            </a:pPr>
            <a:endParaRPr lang="tr-TR" dirty="0"/>
          </a:p>
          <a:p>
            <a:pPr marL="0" indent="0">
              <a:buNone/>
            </a:pPr>
            <a:endParaRPr lang="tr-TR" sz="1800" dirty="0"/>
          </a:p>
        </p:txBody>
      </p:sp>
      <p:sp>
        <p:nvSpPr>
          <p:cNvPr id="7" name="Slayt Numarası Yer Tutucusu 6">
            <a:extLst>
              <a:ext uri="{FF2B5EF4-FFF2-40B4-BE49-F238E27FC236}">
                <a16:creationId xmlns:a16="http://schemas.microsoft.com/office/drawing/2014/main" id="{23F5F46B-383E-5DFB-9191-12CD544441E7}"/>
              </a:ext>
            </a:extLst>
          </p:cNvPr>
          <p:cNvSpPr>
            <a:spLocks noGrp="1"/>
          </p:cNvSpPr>
          <p:nvPr>
            <p:ph type="sldNum" sz="quarter" idx="12"/>
          </p:nvPr>
        </p:nvSpPr>
        <p:spPr/>
        <p:txBody>
          <a:bodyPr/>
          <a:lstStyle/>
          <a:p>
            <a:fld id="{E92BF3B9-6EE5-47AC-BBFA-416823C8F6D3}" type="slidenum">
              <a:rPr lang="tr-TR" smtClean="0"/>
              <a:pPr/>
              <a:t>12</a:t>
            </a:fld>
            <a:r>
              <a:rPr lang="tr-TR" dirty="0"/>
              <a:t>/21</a:t>
            </a:r>
          </a:p>
        </p:txBody>
      </p:sp>
      <p:sp>
        <p:nvSpPr>
          <p:cNvPr id="4" name="Rectangle 2">
            <a:extLst>
              <a:ext uri="{FF2B5EF4-FFF2-40B4-BE49-F238E27FC236}">
                <a16:creationId xmlns:a16="http://schemas.microsoft.com/office/drawing/2014/main" id="{0E730E77-856A-CA3A-9A04-F23542F9DC3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pic>
        <p:nvPicPr>
          <p:cNvPr id="5121" name="Resim 1" descr="kalıp, desen, düzen, leylak, mor, renklilik içeren bir resim&#10;&#10;Yapay zeka tarafından oluşturulmuş içerik yanlış olabilir.">
            <a:extLst>
              <a:ext uri="{FF2B5EF4-FFF2-40B4-BE49-F238E27FC236}">
                <a16:creationId xmlns:a16="http://schemas.microsoft.com/office/drawing/2014/main" id="{61E9230D-2B93-63D8-1DE6-7A8529EE6F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4528" y="1631675"/>
            <a:ext cx="4198889" cy="218049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9E5C5AAA-6A04-C918-F372-D81213A62153}"/>
              </a:ext>
            </a:extLst>
          </p:cNvPr>
          <p:cNvSpPr>
            <a:spLocks noChangeArrowheads="1"/>
          </p:cNvSpPr>
          <p:nvPr/>
        </p:nvSpPr>
        <p:spPr bwMode="auto">
          <a:xfrm>
            <a:off x="1763518" y="3829053"/>
            <a:ext cx="223792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tr-TR" altLang="tr-TR" sz="10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(a)</a:t>
            </a: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pic>
        <p:nvPicPr>
          <p:cNvPr id="6" name="Resim 5" descr="mor, renklilik, leylak içeren bir resim&#10;&#10;Yapay zeka tarafından oluşturulmuş içerik yanlış olabilir.">
            <a:extLst>
              <a:ext uri="{FF2B5EF4-FFF2-40B4-BE49-F238E27FC236}">
                <a16:creationId xmlns:a16="http://schemas.microsoft.com/office/drawing/2014/main" id="{96A17A7F-B394-9C23-DECC-A378F11DD94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50416" y="1631675"/>
            <a:ext cx="4278971" cy="2180497"/>
          </a:xfrm>
          <a:prstGeom prst="rect">
            <a:avLst/>
          </a:prstGeom>
          <a:noFill/>
          <a:ln>
            <a:noFill/>
          </a:ln>
        </p:spPr>
      </p:pic>
      <p:sp>
        <p:nvSpPr>
          <p:cNvPr id="10" name="Rectangle 3">
            <a:extLst>
              <a:ext uri="{FF2B5EF4-FFF2-40B4-BE49-F238E27FC236}">
                <a16:creationId xmlns:a16="http://schemas.microsoft.com/office/drawing/2014/main" id="{802484C1-7831-1FF7-09C8-475ABDE86AA2}"/>
              </a:ext>
            </a:extLst>
          </p:cNvPr>
          <p:cNvSpPr>
            <a:spLocks noChangeArrowheads="1"/>
          </p:cNvSpPr>
          <p:nvPr/>
        </p:nvSpPr>
        <p:spPr bwMode="auto">
          <a:xfrm>
            <a:off x="7071593" y="3829054"/>
            <a:ext cx="223792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tr-TR" altLang="tr-TR" sz="10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a:t>
            </a:r>
            <a:r>
              <a:rPr lang="tr-TR" altLang="tr-TR" sz="1000" b="1" dirty="0">
                <a:latin typeface="Times New Roman" panose="02020603050405020304" pitchFamily="18" charset="0"/>
                <a:ea typeface="Aptos" panose="020B0004020202020204" pitchFamily="34" charset="0"/>
                <a:cs typeface="Times New Roman" panose="02020603050405020304" pitchFamily="18" charset="0"/>
              </a:rPr>
              <a:t>b</a:t>
            </a:r>
            <a:r>
              <a:rPr kumimoji="0" lang="tr-TR" altLang="tr-TR" sz="10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a:t>
            </a: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pic>
        <p:nvPicPr>
          <p:cNvPr id="11" name="Resim 10" descr="kalıp, desen, düzen, leylak, mor, motif içeren bir resim&#10;&#10;Yapay zeka tarafından oluşturulmuş içerik yanlış olabilir.">
            <a:extLst>
              <a:ext uri="{FF2B5EF4-FFF2-40B4-BE49-F238E27FC236}">
                <a16:creationId xmlns:a16="http://schemas.microsoft.com/office/drawing/2014/main" id="{AC6A3B3E-D253-D9B3-DE64-5EC356F52BA9}"/>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74527" y="4237300"/>
            <a:ext cx="4260260" cy="2039900"/>
          </a:xfrm>
          <a:prstGeom prst="rect">
            <a:avLst/>
          </a:prstGeom>
          <a:noFill/>
          <a:ln>
            <a:noFill/>
          </a:ln>
        </p:spPr>
      </p:pic>
      <p:sp>
        <p:nvSpPr>
          <p:cNvPr id="12" name="Rectangle 3">
            <a:extLst>
              <a:ext uri="{FF2B5EF4-FFF2-40B4-BE49-F238E27FC236}">
                <a16:creationId xmlns:a16="http://schemas.microsoft.com/office/drawing/2014/main" id="{F6811241-E2A7-9CE5-F052-00D051CFEFCF}"/>
              </a:ext>
            </a:extLst>
          </p:cNvPr>
          <p:cNvSpPr>
            <a:spLocks noChangeArrowheads="1"/>
          </p:cNvSpPr>
          <p:nvPr/>
        </p:nvSpPr>
        <p:spPr bwMode="auto">
          <a:xfrm>
            <a:off x="1876871" y="6310120"/>
            <a:ext cx="223792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tr-TR" altLang="tr-TR" sz="10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(c)</a:t>
            </a: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
        <p:nvSpPr>
          <p:cNvPr id="13" name="Rectangle 3">
            <a:extLst>
              <a:ext uri="{FF2B5EF4-FFF2-40B4-BE49-F238E27FC236}">
                <a16:creationId xmlns:a16="http://schemas.microsoft.com/office/drawing/2014/main" id="{3D268A1D-6242-156D-A00C-3FCCBC134EB7}"/>
              </a:ext>
            </a:extLst>
          </p:cNvPr>
          <p:cNvSpPr>
            <a:spLocks noChangeArrowheads="1"/>
          </p:cNvSpPr>
          <p:nvPr/>
        </p:nvSpPr>
        <p:spPr bwMode="auto">
          <a:xfrm>
            <a:off x="7163647" y="6320243"/>
            <a:ext cx="223792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tr-TR" altLang="tr-TR" sz="10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a:t>
            </a:r>
            <a:r>
              <a:rPr lang="tr-TR" altLang="tr-TR" sz="1000" b="1" dirty="0">
                <a:latin typeface="Times New Roman" panose="02020603050405020304" pitchFamily="18" charset="0"/>
                <a:ea typeface="Aptos" panose="020B0004020202020204" pitchFamily="34" charset="0"/>
                <a:cs typeface="Times New Roman" panose="02020603050405020304" pitchFamily="18" charset="0"/>
              </a:rPr>
              <a:t>d</a:t>
            </a:r>
            <a:r>
              <a:rPr kumimoji="0" lang="tr-TR" altLang="tr-TR" sz="10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a:t>
            </a: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pic>
        <p:nvPicPr>
          <p:cNvPr id="14" name="Resim 13" descr="mor, leylak, renklilik, kalıp, desen, düzen içeren bir resim&#10;&#10;Yapay zeka tarafından oluşturulmuş içerik yanlış olabilir.">
            <a:extLst>
              <a:ext uri="{FF2B5EF4-FFF2-40B4-BE49-F238E27FC236}">
                <a16:creationId xmlns:a16="http://schemas.microsoft.com/office/drawing/2014/main" id="{F81401E4-1A46-0DE6-19CA-ECF4F00A196D}"/>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909847" y="4270220"/>
            <a:ext cx="4219540" cy="2039900"/>
          </a:xfrm>
          <a:prstGeom prst="rect">
            <a:avLst/>
          </a:prstGeom>
          <a:noFill/>
          <a:ln>
            <a:noFill/>
          </a:ln>
        </p:spPr>
      </p:pic>
    </p:spTree>
    <p:extLst>
      <p:ext uri="{BB962C8B-B14F-4D97-AF65-F5344CB8AC3E}">
        <p14:creationId xmlns:p14="http://schemas.microsoft.com/office/powerpoint/2010/main" val="4288643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3D85C-F902-C55E-4823-C26BBABC63D0}"/>
            </a:ext>
          </a:extLst>
        </p:cNvPr>
        <p:cNvGrpSpPr/>
        <p:nvPr/>
      </p:nvGrpSpPr>
      <p:grpSpPr>
        <a:xfrm>
          <a:off x="0" y="0"/>
          <a:ext cx="0" cy="0"/>
          <a:chOff x="0" y="0"/>
          <a:chExt cx="0" cy="0"/>
        </a:xfrm>
      </p:grpSpPr>
      <p:pic>
        <p:nvPicPr>
          <p:cNvPr id="9" name="Grafik 8">
            <a:extLst>
              <a:ext uri="{FF2B5EF4-FFF2-40B4-BE49-F238E27FC236}">
                <a16:creationId xmlns:a16="http://schemas.microsoft.com/office/drawing/2014/main" id="{02B794D4-1930-90D8-8888-3680409D83B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12" y="333257"/>
            <a:ext cx="12266928" cy="1113301"/>
          </a:xfrm>
          <a:prstGeom prst="rect">
            <a:avLst/>
          </a:prstGeom>
        </p:spPr>
      </p:pic>
      <p:sp>
        <p:nvSpPr>
          <p:cNvPr id="2" name="Başlık 1">
            <a:extLst>
              <a:ext uri="{FF2B5EF4-FFF2-40B4-BE49-F238E27FC236}">
                <a16:creationId xmlns:a16="http://schemas.microsoft.com/office/drawing/2014/main" id="{58C67FDF-0A29-1708-E50A-305796D7CA52}"/>
              </a:ext>
            </a:extLst>
          </p:cNvPr>
          <p:cNvSpPr>
            <a:spLocks noGrp="1"/>
          </p:cNvSpPr>
          <p:nvPr>
            <p:ph type="title"/>
          </p:nvPr>
        </p:nvSpPr>
        <p:spPr>
          <a:xfrm>
            <a:off x="4160110" y="543499"/>
            <a:ext cx="7659584" cy="1017134"/>
          </a:xfrm>
        </p:spPr>
        <p:txBody>
          <a:bodyPr>
            <a:normAutofit/>
          </a:bodyPr>
          <a:lstStyle/>
          <a:p>
            <a:pPr algn="ctr"/>
            <a:r>
              <a:rPr lang="tr-TR" b="1" dirty="0">
                <a:solidFill>
                  <a:srgbClr val="0070C0"/>
                </a:solidFill>
              </a:rPr>
              <a:t>SONUÇ TABLOSU</a:t>
            </a:r>
          </a:p>
        </p:txBody>
      </p:sp>
      <p:graphicFrame>
        <p:nvGraphicFramePr>
          <p:cNvPr id="6" name="İçerik Yer Tutucusu 5">
            <a:extLst>
              <a:ext uri="{FF2B5EF4-FFF2-40B4-BE49-F238E27FC236}">
                <a16:creationId xmlns:a16="http://schemas.microsoft.com/office/drawing/2014/main" id="{A88395A2-0836-58A8-C6F1-ABAAC55079DE}"/>
              </a:ext>
            </a:extLst>
          </p:cNvPr>
          <p:cNvGraphicFramePr>
            <a:graphicFrameLocks noGrp="1"/>
          </p:cNvGraphicFramePr>
          <p:nvPr>
            <p:ph idx="1"/>
            <p:extLst>
              <p:ext uri="{D42A27DB-BD31-4B8C-83A1-F6EECF244321}">
                <p14:modId xmlns:p14="http://schemas.microsoft.com/office/powerpoint/2010/main" val="3781471783"/>
              </p:ext>
            </p:extLst>
          </p:nvPr>
        </p:nvGraphicFramePr>
        <p:xfrm>
          <a:off x="6554223" y="2227698"/>
          <a:ext cx="4925784" cy="3277111"/>
        </p:xfrm>
        <a:graphic>
          <a:graphicData uri="http://schemas.openxmlformats.org/drawingml/2006/table">
            <a:tbl>
              <a:tblPr firstRow="1" firstCol="1" bandRow="1">
                <a:tableStyleId>{5C22544A-7EE6-4342-B048-85BDC9FD1C3A}</a:tableStyleId>
              </a:tblPr>
              <a:tblGrid>
                <a:gridCol w="1641928">
                  <a:extLst>
                    <a:ext uri="{9D8B030D-6E8A-4147-A177-3AD203B41FA5}">
                      <a16:colId xmlns:a16="http://schemas.microsoft.com/office/drawing/2014/main" val="1513441366"/>
                    </a:ext>
                  </a:extLst>
                </a:gridCol>
                <a:gridCol w="1641928">
                  <a:extLst>
                    <a:ext uri="{9D8B030D-6E8A-4147-A177-3AD203B41FA5}">
                      <a16:colId xmlns:a16="http://schemas.microsoft.com/office/drawing/2014/main" val="965605543"/>
                    </a:ext>
                  </a:extLst>
                </a:gridCol>
                <a:gridCol w="1641928">
                  <a:extLst>
                    <a:ext uri="{9D8B030D-6E8A-4147-A177-3AD203B41FA5}">
                      <a16:colId xmlns:a16="http://schemas.microsoft.com/office/drawing/2014/main" val="1261504938"/>
                    </a:ext>
                  </a:extLst>
                </a:gridCol>
              </a:tblGrid>
              <a:tr h="1157077">
                <a:tc>
                  <a:txBody>
                    <a:bodyPr/>
                    <a:lstStyle/>
                    <a:p>
                      <a:pPr>
                        <a:lnSpc>
                          <a:spcPct val="107000"/>
                        </a:lnSpc>
                        <a:buNone/>
                      </a:pPr>
                      <a:endParaRPr lang="tr-TR" sz="1100" kern="100">
                        <a:effectLst/>
                        <a:latin typeface="Aptos" panose="020B0004020202020204" pitchFamily="34" charset="0"/>
                      </a:endParaRPr>
                    </a:p>
                  </a:txBody>
                  <a:tcPr marL="9525" marR="9525" marT="9525" marB="9525" anchor="ctr"/>
                </a:tc>
                <a:tc>
                  <a:txBody>
                    <a:bodyPr/>
                    <a:lstStyle/>
                    <a:p>
                      <a:pPr algn="ctr">
                        <a:lnSpc>
                          <a:spcPct val="107000"/>
                        </a:lnSpc>
                        <a:spcAft>
                          <a:spcPts val="800"/>
                        </a:spcAft>
                        <a:buNone/>
                      </a:pPr>
                      <a:r>
                        <a:rPr lang="tr-TR" sz="1000" kern="100">
                          <a:effectLst/>
                        </a:rPr>
                        <a:t>Tahmin: Benign</a:t>
                      </a:r>
                      <a:endParaRPr lang="tr-TR"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tr-TR" sz="1000" kern="100">
                          <a:effectLst/>
                        </a:rPr>
                        <a:t>Tahmin: Malign</a:t>
                      </a:r>
                      <a:endParaRPr lang="tr-TR"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97308880"/>
                  </a:ext>
                </a:extLst>
              </a:tr>
              <a:tr h="1060017">
                <a:tc>
                  <a:txBody>
                    <a:bodyPr/>
                    <a:lstStyle/>
                    <a:p>
                      <a:pPr algn="ctr">
                        <a:lnSpc>
                          <a:spcPct val="107000"/>
                        </a:lnSpc>
                        <a:spcAft>
                          <a:spcPts val="800"/>
                        </a:spcAft>
                        <a:buNone/>
                      </a:pPr>
                      <a:r>
                        <a:rPr lang="tr-TR" sz="1000" kern="100">
                          <a:effectLst/>
                        </a:rPr>
                        <a:t>Gerçek: Benign</a:t>
                      </a:r>
                      <a:endParaRPr lang="tr-TR"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tr-TR" sz="1000" kern="100" dirty="0">
                          <a:effectLst/>
                        </a:rPr>
                        <a:t>TN = 23</a:t>
                      </a:r>
                      <a:endParaRPr lang="tr-TR"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tr-TR" sz="1000" kern="100">
                          <a:effectLst/>
                        </a:rPr>
                        <a:t>FP = 16</a:t>
                      </a:r>
                      <a:endParaRPr lang="tr-TR"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14484694"/>
                  </a:ext>
                </a:extLst>
              </a:tr>
              <a:tr h="1060017">
                <a:tc>
                  <a:txBody>
                    <a:bodyPr/>
                    <a:lstStyle/>
                    <a:p>
                      <a:pPr algn="ctr">
                        <a:lnSpc>
                          <a:spcPct val="107000"/>
                        </a:lnSpc>
                        <a:spcAft>
                          <a:spcPts val="800"/>
                        </a:spcAft>
                        <a:buNone/>
                      </a:pPr>
                      <a:r>
                        <a:rPr lang="tr-TR" sz="1000" kern="100">
                          <a:effectLst/>
                        </a:rPr>
                        <a:t>Gerçek: Malign</a:t>
                      </a:r>
                      <a:endParaRPr lang="tr-TR"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tr-TR" sz="1000" kern="100">
                          <a:effectLst/>
                        </a:rPr>
                        <a:t>FN = 0</a:t>
                      </a:r>
                      <a:endParaRPr lang="tr-TR"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tr-TR" sz="1000" kern="100" dirty="0">
                          <a:effectLst/>
                        </a:rPr>
                        <a:t>TP = 8</a:t>
                      </a:r>
                      <a:endParaRPr lang="tr-TR"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90201095"/>
                  </a:ext>
                </a:extLst>
              </a:tr>
            </a:tbl>
          </a:graphicData>
        </a:graphic>
      </p:graphicFrame>
      <p:sp>
        <p:nvSpPr>
          <p:cNvPr id="7" name="Slayt Numarası Yer Tutucusu 6">
            <a:extLst>
              <a:ext uri="{FF2B5EF4-FFF2-40B4-BE49-F238E27FC236}">
                <a16:creationId xmlns:a16="http://schemas.microsoft.com/office/drawing/2014/main" id="{6106C9E5-8506-B093-F469-CC2FC8BDE57F}"/>
              </a:ext>
            </a:extLst>
          </p:cNvPr>
          <p:cNvSpPr>
            <a:spLocks noGrp="1"/>
          </p:cNvSpPr>
          <p:nvPr>
            <p:ph type="sldNum" sz="quarter" idx="12"/>
          </p:nvPr>
        </p:nvSpPr>
        <p:spPr/>
        <p:txBody>
          <a:bodyPr/>
          <a:lstStyle/>
          <a:p>
            <a:fld id="{E92BF3B9-6EE5-47AC-BBFA-416823C8F6D3}" type="slidenum">
              <a:rPr lang="tr-TR" smtClean="0"/>
              <a:pPr/>
              <a:t>13</a:t>
            </a:fld>
            <a:r>
              <a:rPr lang="tr-TR" dirty="0"/>
              <a:t>/21</a:t>
            </a:r>
          </a:p>
        </p:txBody>
      </p:sp>
      <p:graphicFrame>
        <p:nvGraphicFramePr>
          <p:cNvPr id="5" name="Tablo 4">
            <a:extLst>
              <a:ext uri="{FF2B5EF4-FFF2-40B4-BE49-F238E27FC236}">
                <a16:creationId xmlns:a16="http://schemas.microsoft.com/office/drawing/2014/main" id="{9C9D33BF-6622-3797-B68B-1F6BBE738FDB}"/>
              </a:ext>
            </a:extLst>
          </p:cNvPr>
          <p:cNvGraphicFramePr>
            <a:graphicFrameLocks noGrp="1"/>
          </p:cNvGraphicFramePr>
          <p:nvPr>
            <p:extLst>
              <p:ext uri="{D42A27DB-BD31-4B8C-83A1-F6EECF244321}">
                <p14:modId xmlns:p14="http://schemas.microsoft.com/office/powerpoint/2010/main" val="778465307"/>
              </p:ext>
            </p:extLst>
          </p:nvPr>
        </p:nvGraphicFramePr>
        <p:xfrm>
          <a:off x="920537" y="2227698"/>
          <a:ext cx="5093638" cy="3277110"/>
        </p:xfrm>
        <a:graphic>
          <a:graphicData uri="http://schemas.openxmlformats.org/drawingml/2006/table">
            <a:tbl>
              <a:tblPr firstRow="1" firstCol="1" bandRow="1">
                <a:tableStyleId>{5C22544A-7EE6-4342-B048-85BDC9FD1C3A}</a:tableStyleId>
              </a:tblPr>
              <a:tblGrid>
                <a:gridCol w="3274060">
                  <a:extLst>
                    <a:ext uri="{9D8B030D-6E8A-4147-A177-3AD203B41FA5}">
                      <a16:colId xmlns:a16="http://schemas.microsoft.com/office/drawing/2014/main" val="3148210413"/>
                    </a:ext>
                  </a:extLst>
                </a:gridCol>
                <a:gridCol w="1819578">
                  <a:extLst>
                    <a:ext uri="{9D8B030D-6E8A-4147-A177-3AD203B41FA5}">
                      <a16:colId xmlns:a16="http://schemas.microsoft.com/office/drawing/2014/main" val="1547555292"/>
                    </a:ext>
                  </a:extLst>
                </a:gridCol>
              </a:tblGrid>
              <a:tr h="546185">
                <a:tc>
                  <a:txBody>
                    <a:bodyPr/>
                    <a:lstStyle/>
                    <a:p>
                      <a:pPr algn="ctr">
                        <a:lnSpc>
                          <a:spcPct val="107000"/>
                        </a:lnSpc>
                        <a:spcAft>
                          <a:spcPts val="800"/>
                        </a:spcAft>
                        <a:buNone/>
                      </a:pPr>
                      <a:r>
                        <a:rPr lang="tr-TR" sz="1200" kern="100">
                          <a:effectLst/>
                        </a:rPr>
                        <a:t>Metrik</a:t>
                      </a:r>
                      <a:endParaRPr lang="tr-TR"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tr-TR" sz="1200" kern="100">
                          <a:effectLst/>
                        </a:rPr>
                        <a:t>Değer</a:t>
                      </a:r>
                      <a:endParaRPr lang="tr-TR"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86426803"/>
                  </a:ext>
                </a:extLst>
              </a:tr>
              <a:tr h="546185">
                <a:tc>
                  <a:txBody>
                    <a:bodyPr/>
                    <a:lstStyle/>
                    <a:p>
                      <a:pPr algn="ctr">
                        <a:lnSpc>
                          <a:spcPct val="107000"/>
                        </a:lnSpc>
                        <a:spcAft>
                          <a:spcPts val="800"/>
                        </a:spcAft>
                        <a:buNone/>
                      </a:pPr>
                      <a:r>
                        <a:rPr lang="tr-TR" sz="1200" kern="100">
                          <a:effectLst/>
                        </a:rPr>
                        <a:t>Accuracy</a:t>
                      </a:r>
                      <a:endParaRPr lang="tr-TR"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tr-TR" sz="1200" kern="100">
                          <a:effectLst/>
                        </a:rPr>
                        <a:t>0.660</a:t>
                      </a:r>
                      <a:endParaRPr lang="tr-TR"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0793163"/>
                  </a:ext>
                </a:extLst>
              </a:tr>
              <a:tr h="546185">
                <a:tc>
                  <a:txBody>
                    <a:bodyPr/>
                    <a:lstStyle/>
                    <a:p>
                      <a:pPr algn="ctr">
                        <a:lnSpc>
                          <a:spcPct val="107000"/>
                        </a:lnSpc>
                        <a:spcAft>
                          <a:spcPts val="800"/>
                        </a:spcAft>
                        <a:buNone/>
                      </a:pPr>
                      <a:r>
                        <a:rPr lang="tr-TR" sz="1200" kern="100">
                          <a:effectLst/>
                        </a:rPr>
                        <a:t>Precision (Malign)</a:t>
                      </a:r>
                      <a:endParaRPr lang="tr-TR"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tr-TR" sz="1200" kern="100">
                          <a:effectLst/>
                        </a:rPr>
                        <a:t>0.333</a:t>
                      </a:r>
                      <a:endParaRPr lang="tr-TR"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09968957"/>
                  </a:ext>
                </a:extLst>
              </a:tr>
              <a:tr h="546185">
                <a:tc>
                  <a:txBody>
                    <a:bodyPr/>
                    <a:lstStyle/>
                    <a:p>
                      <a:pPr algn="ctr">
                        <a:lnSpc>
                          <a:spcPct val="107000"/>
                        </a:lnSpc>
                        <a:spcAft>
                          <a:spcPts val="800"/>
                        </a:spcAft>
                        <a:buNone/>
                      </a:pPr>
                      <a:r>
                        <a:rPr lang="tr-TR" sz="1200" kern="100">
                          <a:effectLst/>
                        </a:rPr>
                        <a:t>Recall (Malign)</a:t>
                      </a:r>
                      <a:endParaRPr lang="tr-TR"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tr-TR" sz="1200" kern="100">
                          <a:effectLst/>
                        </a:rPr>
                        <a:t>1.000</a:t>
                      </a:r>
                      <a:endParaRPr lang="tr-TR"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90823413"/>
                  </a:ext>
                </a:extLst>
              </a:tr>
              <a:tr h="546185">
                <a:tc>
                  <a:txBody>
                    <a:bodyPr/>
                    <a:lstStyle/>
                    <a:p>
                      <a:pPr algn="ctr">
                        <a:lnSpc>
                          <a:spcPct val="107000"/>
                        </a:lnSpc>
                        <a:spcAft>
                          <a:spcPts val="800"/>
                        </a:spcAft>
                        <a:buNone/>
                      </a:pPr>
                      <a:r>
                        <a:rPr lang="tr-TR" sz="1200" kern="100">
                          <a:effectLst/>
                        </a:rPr>
                        <a:t>F1 (Malign)</a:t>
                      </a:r>
                      <a:endParaRPr lang="tr-TR"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tr-TR" sz="1200" kern="100">
                          <a:effectLst/>
                        </a:rPr>
                        <a:t>0.500</a:t>
                      </a:r>
                      <a:endParaRPr lang="tr-TR"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04630129"/>
                  </a:ext>
                </a:extLst>
              </a:tr>
              <a:tr h="546185">
                <a:tc>
                  <a:txBody>
                    <a:bodyPr/>
                    <a:lstStyle/>
                    <a:p>
                      <a:pPr algn="ctr">
                        <a:lnSpc>
                          <a:spcPct val="107000"/>
                        </a:lnSpc>
                        <a:spcAft>
                          <a:spcPts val="800"/>
                        </a:spcAft>
                        <a:buNone/>
                      </a:pPr>
                      <a:r>
                        <a:rPr lang="tr-TR" sz="1200" kern="100">
                          <a:effectLst/>
                        </a:rPr>
                        <a:t>AUC (ROC)</a:t>
                      </a:r>
                      <a:endParaRPr lang="tr-TR"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tr-TR" sz="1200" kern="100" dirty="0">
                          <a:effectLst/>
                        </a:rPr>
                        <a:t>0.822</a:t>
                      </a:r>
                      <a:endParaRPr lang="tr-TR"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13203632"/>
                  </a:ext>
                </a:extLst>
              </a:tr>
            </a:tbl>
          </a:graphicData>
        </a:graphic>
      </p:graphicFrame>
    </p:spTree>
    <p:extLst>
      <p:ext uri="{BB962C8B-B14F-4D97-AF65-F5344CB8AC3E}">
        <p14:creationId xmlns:p14="http://schemas.microsoft.com/office/powerpoint/2010/main" val="4217064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84F52-95AC-0CCC-17B8-1781E1E2E056}"/>
            </a:ext>
          </a:extLst>
        </p:cNvPr>
        <p:cNvGrpSpPr/>
        <p:nvPr/>
      </p:nvGrpSpPr>
      <p:grpSpPr>
        <a:xfrm>
          <a:off x="0" y="0"/>
          <a:ext cx="0" cy="0"/>
          <a:chOff x="0" y="0"/>
          <a:chExt cx="0" cy="0"/>
        </a:xfrm>
      </p:grpSpPr>
      <p:pic>
        <p:nvPicPr>
          <p:cNvPr id="9" name="Grafik 8">
            <a:extLst>
              <a:ext uri="{FF2B5EF4-FFF2-40B4-BE49-F238E27FC236}">
                <a16:creationId xmlns:a16="http://schemas.microsoft.com/office/drawing/2014/main" id="{4E59C039-77C0-9153-B57E-1737866371D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12" y="333257"/>
            <a:ext cx="12266928" cy="1113301"/>
          </a:xfrm>
          <a:prstGeom prst="rect">
            <a:avLst/>
          </a:prstGeom>
        </p:spPr>
      </p:pic>
      <p:sp>
        <p:nvSpPr>
          <p:cNvPr id="2" name="Başlık 1">
            <a:extLst>
              <a:ext uri="{FF2B5EF4-FFF2-40B4-BE49-F238E27FC236}">
                <a16:creationId xmlns:a16="http://schemas.microsoft.com/office/drawing/2014/main" id="{50892808-6148-C2BD-A451-6F630486BAB3}"/>
              </a:ext>
            </a:extLst>
          </p:cNvPr>
          <p:cNvSpPr>
            <a:spLocks noGrp="1"/>
          </p:cNvSpPr>
          <p:nvPr>
            <p:ph type="title"/>
          </p:nvPr>
        </p:nvSpPr>
        <p:spPr>
          <a:xfrm>
            <a:off x="4160110" y="543499"/>
            <a:ext cx="7659584" cy="1017134"/>
          </a:xfrm>
        </p:spPr>
        <p:txBody>
          <a:bodyPr>
            <a:normAutofit/>
          </a:bodyPr>
          <a:lstStyle/>
          <a:p>
            <a:pPr algn="ctr"/>
            <a:r>
              <a:rPr lang="tr-TR" b="1" dirty="0">
                <a:solidFill>
                  <a:srgbClr val="0070C0"/>
                </a:solidFill>
              </a:rPr>
              <a:t>SONUÇ</a:t>
            </a:r>
          </a:p>
        </p:txBody>
      </p:sp>
      <p:sp>
        <p:nvSpPr>
          <p:cNvPr id="3" name="İçerik Yer Tutucusu 2">
            <a:extLst>
              <a:ext uri="{FF2B5EF4-FFF2-40B4-BE49-F238E27FC236}">
                <a16:creationId xmlns:a16="http://schemas.microsoft.com/office/drawing/2014/main" id="{71050406-61A6-06F2-180A-F779C19BD7FA}"/>
              </a:ext>
            </a:extLst>
          </p:cNvPr>
          <p:cNvSpPr>
            <a:spLocks noGrp="1"/>
          </p:cNvSpPr>
          <p:nvPr>
            <p:ph idx="1"/>
          </p:nvPr>
        </p:nvSpPr>
        <p:spPr>
          <a:xfrm>
            <a:off x="625965" y="1589643"/>
            <a:ext cx="11193729" cy="4737696"/>
          </a:xfrm>
        </p:spPr>
        <p:txBody>
          <a:bodyPr>
            <a:normAutofit/>
          </a:bodyPr>
          <a:lstStyle/>
          <a:p>
            <a:pPr marL="0" indent="0">
              <a:buNone/>
            </a:pPr>
            <a:r>
              <a:rPr lang="tr-TR" b="1" dirty="0"/>
              <a:t>Avantajlar</a:t>
            </a:r>
            <a:endParaRPr lang="tr-TR" dirty="0"/>
          </a:p>
          <a:p>
            <a:pPr lvl="0" algn="just"/>
            <a:r>
              <a:rPr lang="tr-TR" dirty="0"/>
              <a:t>Şeffaf ve yorumlanabilir karar kurallarıyla hızlı ve düşük hesaplama maliyetli bir boru hattı sunması; </a:t>
            </a:r>
          </a:p>
          <a:p>
            <a:pPr algn="just"/>
            <a:r>
              <a:rPr lang="tr-TR" dirty="0" err="1"/>
              <a:t>Gland</a:t>
            </a:r>
            <a:r>
              <a:rPr lang="tr-TR" dirty="0"/>
              <a:t> maskeleri üzerinden doğrudan kontur/şekil metrikleri çıkarabilmesi; </a:t>
            </a:r>
          </a:p>
          <a:p>
            <a:pPr lvl="0"/>
            <a:endParaRPr lang="tr-TR" dirty="0"/>
          </a:p>
          <a:p>
            <a:pPr marL="0" indent="0">
              <a:buNone/>
            </a:pPr>
            <a:r>
              <a:rPr lang="tr-TR" b="1" dirty="0"/>
              <a:t>Sınırlamalar</a:t>
            </a:r>
            <a:endParaRPr lang="tr-TR" sz="1800" dirty="0"/>
          </a:p>
          <a:p>
            <a:pPr lvl="0" algn="just"/>
            <a:r>
              <a:rPr lang="tr-TR" dirty="0"/>
              <a:t>Temaslı veya kısmen kesit </a:t>
            </a:r>
            <a:r>
              <a:rPr lang="tr-TR" dirty="0" err="1"/>
              <a:t>glandların</a:t>
            </a:r>
            <a:r>
              <a:rPr lang="tr-TR" dirty="0"/>
              <a:t> tek bileşen olarak algılanmasına bağlı </a:t>
            </a:r>
            <a:r>
              <a:rPr lang="tr-TR" dirty="0" err="1"/>
              <a:t>over</a:t>
            </a:r>
            <a:r>
              <a:rPr lang="tr-TR" dirty="0"/>
              <a:t>-/</a:t>
            </a:r>
            <a:r>
              <a:rPr lang="tr-TR" dirty="0" err="1"/>
              <a:t>under-segmentation</a:t>
            </a:r>
            <a:r>
              <a:rPr lang="tr-TR" dirty="0"/>
              <a:t> hataları; </a:t>
            </a:r>
          </a:p>
          <a:p>
            <a:pPr lvl="0" algn="just"/>
            <a:r>
              <a:rPr lang="tr-TR" dirty="0"/>
              <a:t>Uzamış/oval ama </a:t>
            </a:r>
            <a:r>
              <a:rPr lang="tr-TR" dirty="0" err="1"/>
              <a:t>benign</a:t>
            </a:r>
            <a:r>
              <a:rPr lang="tr-TR" dirty="0"/>
              <a:t> olabilecek yapılar için </a:t>
            </a:r>
            <a:r>
              <a:rPr lang="tr-TR" dirty="0" err="1"/>
              <a:t>eccentricity</a:t>
            </a:r>
            <a:r>
              <a:rPr lang="tr-TR" dirty="0"/>
              <a:t> eşiğinin FP üretebilmesi; </a:t>
            </a:r>
          </a:p>
          <a:p>
            <a:pPr marL="0" indent="0" algn="just">
              <a:buNone/>
            </a:pPr>
            <a:endParaRPr lang="tr-TR" sz="1800" dirty="0"/>
          </a:p>
        </p:txBody>
      </p:sp>
      <p:sp>
        <p:nvSpPr>
          <p:cNvPr id="7" name="Slayt Numarası Yer Tutucusu 6">
            <a:extLst>
              <a:ext uri="{FF2B5EF4-FFF2-40B4-BE49-F238E27FC236}">
                <a16:creationId xmlns:a16="http://schemas.microsoft.com/office/drawing/2014/main" id="{4437C262-22E8-7E42-80DB-5649DDBA7FF3}"/>
              </a:ext>
            </a:extLst>
          </p:cNvPr>
          <p:cNvSpPr>
            <a:spLocks noGrp="1"/>
          </p:cNvSpPr>
          <p:nvPr>
            <p:ph type="sldNum" sz="quarter" idx="12"/>
          </p:nvPr>
        </p:nvSpPr>
        <p:spPr/>
        <p:txBody>
          <a:bodyPr/>
          <a:lstStyle/>
          <a:p>
            <a:fld id="{E92BF3B9-6EE5-47AC-BBFA-416823C8F6D3}" type="slidenum">
              <a:rPr lang="tr-TR" smtClean="0"/>
              <a:pPr/>
              <a:t>14</a:t>
            </a:fld>
            <a:r>
              <a:rPr lang="tr-TR" dirty="0"/>
              <a:t>/21</a:t>
            </a:r>
          </a:p>
        </p:txBody>
      </p:sp>
    </p:spTree>
    <p:extLst>
      <p:ext uri="{BB962C8B-B14F-4D97-AF65-F5344CB8AC3E}">
        <p14:creationId xmlns:p14="http://schemas.microsoft.com/office/powerpoint/2010/main" val="2917786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9965F-E4B4-198B-F546-281639DDE65C}"/>
            </a:ext>
          </a:extLst>
        </p:cNvPr>
        <p:cNvGrpSpPr/>
        <p:nvPr/>
      </p:nvGrpSpPr>
      <p:grpSpPr>
        <a:xfrm>
          <a:off x="0" y="0"/>
          <a:ext cx="0" cy="0"/>
          <a:chOff x="0" y="0"/>
          <a:chExt cx="0" cy="0"/>
        </a:xfrm>
      </p:grpSpPr>
      <p:pic>
        <p:nvPicPr>
          <p:cNvPr id="9" name="Grafik 8">
            <a:extLst>
              <a:ext uri="{FF2B5EF4-FFF2-40B4-BE49-F238E27FC236}">
                <a16:creationId xmlns:a16="http://schemas.microsoft.com/office/drawing/2014/main" id="{E2E494D9-6052-6CD0-B70E-1993A514A13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12" y="333257"/>
            <a:ext cx="12266928" cy="1113301"/>
          </a:xfrm>
          <a:prstGeom prst="rect">
            <a:avLst/>
          </a:prstGeom>
        </p:spPr>
      </p:pic>
      <p:sp>
        <p:nvSpPr>
          <p:cNvPr id="3" name="İçerik Yer Tutucusu 2">
            <a:extLst>
              <a:ext uri="{FF2B5EF4-FFF2-40B4-BE49-F238E27FC236}">
                <a16:creationId xmlns:a16="http://schemas.microsoft.com/office/drawing/2014/main" id="{94118191-FC6B-F359-72F0-E6C9B7AE4A0A}"/>
              </a:ext>
            </a:extLst>
          </p:cNvPr>
          <p:cNvSpPr>
            <a:spLocks noGrp="1"/>
          </p:cNvSpPr>
          <p:nvPr>
            <p:ph idx="1"/>
          </p:nvPr>
        </p:nvSpPr>
        <p:spPr>
          <a:xfrm>
            <a:off x="625965" y="1939265"/>
            <a:ext cx="11193729" cy="4737696"/>
          </a:xfrm>
        </p:spPr>
        <p:txBody>
          <a:bodyPr>
            <a:normAutofit/>
          </a:bodyPr>
          <a:lstStyle/>
          <a:p>
            <a:pPr marL="0" indent="0" algn="just">
              <a:buNone/>
            </a:pPr>
            <a:r>
              <a:rPr lang="tr-TR" dirty="0"/>
              <a:t>Gelecek çalışmalarda, </a:t>
            </a:r>
            <a:r>
              <a:rPr lang="tr-TR" dirty="0" err="1"/>
              <a:t>instance</a:t>
            </a:r>
            <a:r>
              <a:rPr lang="tr-TR" dirty="0"/>
              <a:t> ayrımı için </a:t>
            </a:r>
            <a:r>
              <a:rPr lang="tr-TR" dirty="0" err="1"/>
              <a:t>distance</a:t>
            </a:r>
            <a:r>
              <a:rPr lang="tr-TR" dirty="0"/>
              <a:t> </a:t>
            </a:r>
            <a:r>
              <a:rPr lang="tr-TR" dirty="0" err="1"/>
              <a:t>transform</a:t>
            </a:r>
            <a:r>
              <a:rPr lang="tr-TR" dirty="0"/>
              <a:t> ve </a:t>
            </a:r>
            <a:r>
              <a:rPr lang="tr-TR" dirty="0" err="1"/>
              <a:t>watershed</a:t>
            </a:r>
            <a:r>
              <a:rPr lang="tr-TR" dirty="0"/>
              <a:t> kullanılarak temaslı </a:t>
            </a:r>
            <a:r>
              <a:rPr lang="tr-TR" dirty="0" err="1"/>
              <a:t>glandların</a:t>
            </a:r>
            <a:r>
              <a:rPr lang="tr-TR" dirty="0"/>
              <a:t> daha doğru bölütlenmesi; </a:t>
            </a:r>
          </a:p>
          <a:p>
            <a:pPr marL="0" indent="0" algn="just">
              <a:buNone/>
            </a:pPr>
            <a:endParaRPr lang="tr-TR" sz="3600" dirty="0"/>
          </a:p>
          <a:p>
            <a:pPr marL="0" indent="0" algn="just">
              <a:buNone/>
            </a:pPr>
            <a:r>
              <a:rPr lang="tr-TR" dirty="0"/>
              <a:t>Farklı veri bölümlerinde (</a:t>
            </a:r>
            <a:r>
              <a:rPr lang="tr-TR" dirty="0" err="1"/>
              <a:t>train</a:t>
            </a:r>
            <a:r>
              <a:rPr lang="tr-TR" dirty="0"/>
              <a:t>/</a:t>
            </a:r>
            <a:r>
              <a:rPr lang="tr-TR" dirty="0" err="1"/>
              <a:t>testA</a:t>
            </a:r>
            <a:r>
              <a:rPr lang="tr-TR" dirty="0"/>
              <a:t>/</a:t>
            </a:r>
            <a:r>
              <a:rPr lang="tr-TR" dirty="0" err="1"/>
              <a:t>testB</a:t>
            </a:r>
            <a:r>
              <a:rPr lang="tr-TR" dirty="0"/>
              <a:t>) genelleme analizi ile birlikte renk/lekelenme varyasyonlarına karşı basit renk normalizasyonu gibi adımların değerlendirilmesi yapılması planlanmaktadır.</a:t>
            </a:r>
            <a:endParaRPr lang="tr-TR" sz="3600" dirty="0"/>
          </a:p>
        </p:txBody>
      </p:sp>
      <p:sp>
        <p:nvSpPr>
          <p:cNvPr id="7" name="Slayt Numarası Yer Tutucusu 6">
            <a:extLst>
              <a:ext uri="{FF2B5EF4-FFF2-40B4-BE49-F238E27FC236}">
                <a16:creationId xmlns:a16="http://schemas.microsoft.com/office/drawing/2014/main" id="{AB69ABBB-38B3-ED57-B92C-09DEB5899961}"/>
              </a:ext>
            </a:extLst>
          </p:cNvPr>
          <p:cNvSpPr>
            <a:spLocks noGrp="1"/>
          </p:cNvSpPr>
          <p:nvPr>
            <p:ph type="sldNum" sz="quarter" idx="12"/>
          </p:nvPr>
        </p:nvSpPr>
        <p:spPr/>
        <p:txBody>
          <a:bodyPr/>
          <a:lstStyle/>
          <a:p>
            <a:fld id="{E92BF3B9-6EE5-47AC-BBFA-416823C8F6D3}" type="slidenum">
              <a:rPr lang="tr-TR" smtClean="0"/>
              <a:pPr/>
              <a:t>15</a:t>
            </a:fld>
            <a:r>
              <a:rPr lang="tr-TR" dirty="0"/>
              <a:t>/21</a:t>
            </a:r>
          </a:p>
        </p:txBody>
      </p:sp>
    </p:spTree>
    <p:extLst>
      <p:ext uri="{BB962C8B-B14F-4D97-AF65-F5344CB8AC3E}">
        <p14:creationId xmlns:p14="http://schemas.microsoft.com/office/powerpoint/2010/main" val="1458883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DB9418FF-2913-4435-9FD4-2F4ACBDAE8D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1"/>
            <a:ext cx="12192000" cy="5091954"/>
          </a:xfrm>
          <a:prstGeom prst="rect">
            <a:avLst/>
          </a:prstGeom>
        </p:spPr>
      </p:pic>
      <p:pic>
        <p:nvPicPr>
          <p:cNvPr id="6" name="Grafik 5">
            <a:extLst>
              <a:ext uri="{FF2B5EF4-FFF2-40B4-BE49-F238E27FC236}">
                <a16:creationId xmlns:a16="http://schemas.microsoft.com/office/drawing/2014/main" id="{D0B800D5-3A03-43FE-90B8-EBC570EA510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27196" y="1689546"/>
            <a:ext cx="3937608" cy="1712860"/>
          </a:xfrm>
          <a:prstGeom prst="rect">
            <a:avLst/>
          </a:prstGeom>
        </p:spPr>
      </p:pic>
      <p:sp>
        <p:nvSpPr>
          <p:cNvPr id="10" name="Alt Bilgi Yer Tutucusu 2">
            <a:extLst>
              <a:ext uri="{FF2B5EF4-FFF2-40B4-BE49-F238E27FC236}">
                <a16:creationId xmlns:a16="http://schemas.microsoft.com/office/drawing/2014/main" id="{25DE049B-D0F3-4A03-BCEC-29E423FE2D78}"/>
              </a:ext>
            </a:extLst>
          </p:cNvPr>
          <p:cNvSpPr txBox="1">
            <a:spLocks/>
          </p:cNvSpPr>
          <p:nvPr/>
        </p:nvSpPr>
        <p:spPr>
          <a:xfrm>
            <a:off x="4038600" y="6179866"/>
            <a:ext cx="4114800" cy="365125"/>
          </a:xfrm>
          <a:prstGeom prst="rect">
            <a:avLst/>
          </a:prstGeom>
        </p:spPr>
        <p:txBody>
          <a:bodyPr vert="horz" lIns="91440" tIns="45720" rIns="91440" bIns="45720" rtlCol="0" anchor="ctr"/>
          <a:lstStyle>
            <a:defPPr>
              <a:defRPr lang="tr-T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tr-TR" sz="2000" dirty="0">
                <a:solidFill>
                  <a:srgbClr val="1B3C6B"/>
                </a:solidFill>
              </a:rPr>
              <a:t>444 0 478</a:t>
            </a:r>
          </a:p>
        </p:txBody>
      </p:sp>
    </p:spTree>
    <p:extLst>
      <p:ext uri="{BB962C8B-B14F-4D97-AF65-F5344CB8AC3E}">
        <p14:creationId xmlns:p14="http://schemas.microsoft.com/office/powerpoint/2010/main" val="2645807485"/>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2B0C99CCD245DF409C0234BD3F1A770E" ma:contentTypeVersion="3" ma:contentTypeDescription="Yeni belge oluşturun." ma:contentTypeScope="" ma:versionID="e71394ecc2f3c8e97c91868cab9c10ef">
  <xsd:schema xmlns:xsd="http://www.w3.org/2001/XMLSchema" xmlns:xs="http://www.w3.org/2001/XMLSchema" xmlns:p="http://schemas.microsoft.com/office/2006/metadata/properties" xmlns:ns2="3b6a6689-d2e6-435a-8f0d-98232809464b" targetNamespace="http://schemas.microsoft.com/office/2006/metadata/properties" ma:root="true" ma:fieldsID="96a81ea5873523660bcdaa1cbd772298" ns2:_="">
    <xsd:import namespace="3b6a6689-d2e6-435a-8f0d-98232809464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6a6689-d2e6-435a-8f0d-9823280946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CB63623-7A53-4DC7-84DE-7E34555260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6a6689-d2e6-435a-8f0d-98232809464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4ED4C61-CD33-4570-9102-8FC90D9533FD}">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2A29E905-0225-4F6D-A258-BD026927FBA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5411</TotalTime>
  <Words>673</Words>
  <Application>Microsoft Office PowerPoint</Application>
  <PresentationFormat>Geniş ekran</PresentationFormat>
  <Paragraphs>130</Paragraphs>
  <Slides>16</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16</vt:i4>
      </vt:variant>
    </vt:vector>
  </HeadingPairs>
  <TitlesOfParts>
    <vt:vector size="23" baseType="lpstr">
      <vt:lpstr>Aptos</vt:lpstr>
      <vt:lpstr>Arial</vt:lpstr>
      <vt:lpstr>Calibri</vt:lpstr>
      <vt:lpstr>Calibri Light</vt:lpstr>
      <vt:lpstr>Cambria Math</vt:lpstr>
      <vt:lpstr>Times New Roman</vt:lpstr>
      <vt:lpstr>Office Teması</vt:lpstr>
      <vt:lpstr>  Uygulamalı Bilgisayarlı Görme KENAR VE ŞEKİL ÖZELLİKLERİ İLE NESNE SINIFLANDIRMA</vt:lpstr>
      <vt:lpstr>PowerPoint Sunusu</vt:lpstr>
      <vt:lpstr>PowerPoint Sunusu</vt:lpstr>
      <vt:lpstr>PowerPoint Sunusu</vt:lpstr>
      <vt:lpstr>GENEL YAKLAŞIM</vt:lpstr>
      <vt:lpstr>VERİ SETİ</vt:lpstr>
      <vt:lpstr>VERİ SETİ</vt:lpstr>
      <vt:lpstr>DENEYSEL TASARIM</vt:lpstr>
      <vt:lpstr>PERFORMANS METRİKLERİ</vt:lpstr>
      <vt:lpstr>PERFORMANS METRİKLERİ</vt:lpstr>
      <vt:lpstr>PERFORMANS METRİKLERİ</vt:lpstr>
      <vt:lpstr>BULGULAR</vt:lpstr>
      <vt:lpstr>SONUÇ TABLOSU</vt:lpstr>
      <vt:lpstr>SONUÇ</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hilal sansar</dc:creator>
  <cp:lastModifiedBy>Abdulvahit KARAİL</cp:lastModifiedBy>
  <cp:revision>409</cp:revision>
  <dcterms:created xsi:type="dcterms:W3CDTF">2024-12-09T09:13:33Z</dcterms:created>
  <dcterms:modified xsi:type="dcterms:W3CDTF">2026-01-06T12:04:08Z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0x0101002B0C99CCD245DF409C0234BD3F1A770E</vt:lpwstr>
  </property>
</Properties>
</file>